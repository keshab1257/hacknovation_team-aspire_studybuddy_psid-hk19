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2"/>
  </p:notesMasterIdLst>
  <p:sldIdLst>
    <p:sldId id="256" r:id="rId2"/>
    <p:sldId id="258" r:id="rId3"/>
    <p:sldId id="267" r:id="rId4"/>
    <p:sldId id="259" r:id="rId5"/>
    <p:sldId id="260" r:id="rId6"/>
    <p:sldId id="261" r:id="rId7"/>
    <p:sldId id="262" r:id="rId8"/>
    <p:sldId id="263" r:id="rId9"/>
    <p:sldId id="264" r:id="rId10"/>
    <p:sldId id="265" r:id="rId11"/>
    <p:sldId id="266" r:id="rId12"/>
    <p:sldId id="273" r:id="rId13"/>
    <p:sldId id="274" r:id="rId14"/>
    <p:sldId id="275" r:id="rId15"/>
    <p:sldId id="276" r:id="rId16"/>
    <p:sldId id="268" r:id="rId17"/>
    <p:sldId id="269" r:id="rId18"/>
    <p:sldId id="270" r:id="rId19"/>
    <p:sldId id="271" r:id="rId20"/>
    <p:sldId id="272"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DA59523-6F3F-43FA-8EE9-2BFC605F5DBD}" v="3" dt="2024-10-25T06:18:13.2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dhuri Mishra" userId="649c7c3a125787fc" providerId="LiveId" clId="{8DA59523-6F3F-43FA-8EE9-2BFC605F5DBD}"/>
    <pc:docChg chg="custSel addSld modSld sldOrd">
      <pc:chgData name="Madhuri Mishra" userId="649c7c3a125787fc" providerId="LiveId" clId="{8DA59523-6F3F-43FA-8EE9-2BFC605F5DBD}" dt="2024-10-25T06:21:01.893" v="63" actId="1076"/>
      <pc:docMkLst>
        <pc:docMk/>
      </pc:docMkLst>
      <pc:sldChg chg="addSp modSp mod">
        <pc:chgData name="Madhuri Mishra" userId="649c7c3a125787fc" providerId="LiveId" clId="{8DA59523-6F3F-43FA-8EE9-2BFC605F5DBD}" dt="2024-10-25T06:16:44.048" v="5" actId="14100"/>
        <pc:sldMkLst>
          <pc:docMk/>
          <pc:sldMk cId="1045435575" sldId="259"/>
        </pc:sldMkLst>
        <pc:picChg chg="add mod">
          <ac:chgData name="Madhuri Mishra" userId="649c7c3a125787fc" providerId="LiveId" clId="{8DA59523-6F3F-43FA-8EE9-2BFC605F5DBD}" dt="2024-10-25T06:16:44.048" v="5" actId="14100"/>
          <ac:picMkLst>
            <pc:docMk/>
            <pc:sldMk cId="1045435575" sldId="259"/>
            <ac:picMk id="2" creationId="{C39C7CB9-897A-85C9-CA34-E836F4E1D067}"/>
          </ac:picMkLst>
        </pc:picChg>
      </pc:sldChg>
      <pc:sldChg chg="addSp modSp new mod">
        <pc:chgData name="Madhuri Mishra" userId="649c7c3a125787fc" providerId="LiveId" clId="{8DA59523-6F3F-43FA-8EE9-2BFC605F5DBD}" dt="2024-10-25T06:17:48.130" v="14" actId="14100"/>
        <pc:sldMkLst>
          <pc:docMk/>
          <pc:sldMk cId="1917501341" sldId="260"/>
        </pc:sldMkLst>
        <pc:picChg chg="add mod">
          <ac:chgData name="Madhuri Mishra" userId="649c7c3a125787fc" providerId="LiveId" clId="{8DA59523-6F3F-43FA-8EE9-2BFC605F5DBD}" dt="2024-10-25T06:17:48.130" v="14" actId="14100"/>
          <ac:picMkLst>
            <pc:docMk/>
            <pc:sldMk cId="1917501341" sldId="260"/>
            <ac:picMk id="2" creationId="{07D8F85F-19A5-25A0-CC0F-A1360AC20897}"/>
          </ac:picMkLst>
        </pc:picChg>
      </pc:sldChg>
      <pc:sldChg chg="addSp modSp new mod ord">
        <pc:chgData name="Madhuri Mishra" userId="649c7c3a125787fc" providerId="LiveId" clId="{8DA59523-6F3F-43FA-8EE9-2BFC605F5DBD}" dt="2024-10-25T06:21:01.893" v="63" actId="1076"/>
        <pc:sldMkLst>
          <pc:docMk/>
          <pc:sldMk cId="3160967401" sldId="261"/>
        </pc:sldMkLst>
        <pc:spChg chg="add mod">
          <ac:chgData name="Madhuri Mishra" userId="649c7c3a125787fc" providerId="LiveId" clId="{8DA59523-6F3F-43FA-8EE9-2BFC605F5DBD}" dt="2024-10-25T06:19:10.534" v="53" actId="1076"/>
          <ac:spMkLst>
            <pc:docMk/>
            <pc:sldMk cId="3160967401" sldId="261"/>
            <ac:spMk id="2" creationId="{17DBE17E-20EA-B4C1-9856-5D493BCDDE4C}"/>
          </ac:spMkLst>
        </pc:spChg>
        <pc:spChg chg="add mod">
          <ac:chgData name="Madhuri Mishra" userId="649c7c3a125787fc" providerId="LiveId" clId="{8DA59523-6F3F-43FA-8EE9-2BFC605F5DBD}" dt="2024-10-25T06:21:01.893" v="63" actId="1076"/>
          <ac:spMkLst>
            <pc:docMk/>
            <pc:sldMk cId="3160967401" sldId="261"/>
            <ac:spMk id="4" creationId="{20A799C8-F7C0-8AAD-2E2F-84F7F68AFEF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693841-9AE5-4808-939D-E0F2B9F40841}" type="datetimeFigureOut">
              <a:rPr lang="en-US" smtClean="0"/>
              <a:t>10/21/2025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C17A2A-5D84-4FD1-8884-DD2B18F0B7FE}" type="slidenum">
              <a:rPr lang="en-US" smtClean="0"/>
              <a:t>‹#›</a:t>
            </a:fld>
            <a:endParaRPr lang="en-US"/>
          </a:p>
        </p:txBody>
      </p:sp>
    </p:spTree>
    <p:extLst>
      <p:ext uri="{BB962C8B-B14F-4D97-AF65-F5344CB8AC3E}">
        <p14:creationId xmlns:p14="http://schemas.microsoft.com/office/powerpoint/2010/main" val="10897328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77584DA4-698D-4A24-8413-9D8570B95892}" type="datetime1">
              <a:rPr lang="en-US" smtClean="0"/>
              <a:t>10/21/2025</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r>
              <a:rPr lang="en-US"/>
              <a:t>Madhuri Ma'am notes</a:t>
            </a:r>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0682210-7D66-4228-938A-F29892953D2C}" type="datetime1">
              <a:rPr lang="en-US" smtClean="0"/>
              <a:t>10/21/2025</a:t>
            </a:fld>
            <a:endParaRPr lang="en-US" dirty="0"/>
          </a:p>
        </p:txBody>
      </p:sp>
      <p:sp>
        <p:nvSpPr>
          <p:cNvPr id="5" name="Footer Placeholder 4"/>
          <p:cNvSpPr>
            <a:spLocks noGrp="1"/>
          </p:cNvSpPr>
          <p:nvPr>
            <p:ph type="ftr" sz="quarter" idx="11"/>
          </p:nvPr>
        </p:nvSpPr>
        <p:spPr/>
        <p:txBody>
          <a:bodyPr/>
          <a:lstStyle/>
          <a:p>
            <a:r>
              <a:rPr lang="en-US"/>
              <a:t>Madhuri Ma'am notes</a:t>
            </a:r>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AEC2E317-8785-4699-A622-8DC8D7B99FC8}" type="datetime1">
              <a:rPr lang="en-US" smtClean="0"/>
              <a:t>10/21/2025</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r>
              <a:rPr lang="en-US"/>
              <a:t>Madhuri Ma'am notes</a:t>
            </a:r>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DA0C853-CD6C-4179-ACA5-0AC05CB1C216}" type="datetime1">
              <a:rPr lang="en-US" smtClean="0"/>
              <a:t>10/21/2025</a:t>
            </a:fld>
            <a:endParaRPr lang="en-US" dirty="0"/>
          </a:p>
        </p:txBody>
      </p:sp>
      <p:sp>
        <p:nvSpPr>
          <p:cNvPr id="6" name="Footer Placeholder 5"/>
          <p:cNvSpPr>
            <a:spLocks noGrp="1"/>
          </p:cNvSpPr>
          <p:nvPr>
            <p:ph type="ftr" sz="quarter" idx="11"/>
          </p:nvPr>
        </p:nvSpPr>
        <p:spPr/>
        <p:txBody>
          <a:bodyPr/>
          <a:lstStyle/>
          <a:p>
            <a:r>
              <a:rPr lang="en-US"/>
              <a:t>Madhuri Ma'am notes</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9FC459E-662A-45D2-A05B-447260D40488}" type="datetime1">
              <a:rPr lang="en-US" smtClean="0"/>
              <a:t>10/21/2025</a:t>
            </a:fld>
            <a:endParaRPr lang="en-US" dirty="0"/>
          </a:p>
        </p:txBody>
      </p:sp>
      <p:sp>
        <p:nvSpPr>
          <p:cNvPr id="8" name="Footer Placeholder 7"/>
          <p:cNvSpPr>
            <a:spLocks noGrp="1"/>
          </p:cNvSpPr>
          <p:nvPr>
            <p:ph type="ftr" sz="quarter" idx="11"/>
          </p:nvPr>
        </p:nvSpPr>
        <p:spPr/>
        <p:txBody>
          <a:bodyPr/>
          <a:lstStyle/>
          <a:p>
            <a:r>
              <a:rPr lang="en-US"/>
              <a:t>Madhuri Ma'am notes</a:t>
            </a:r>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3B92A8E-DD5B-455F-B0AF-B6D31AA0532C}" type="datetime1">
              <a:rPr lang="en-US" smtClean="0"/>
              <a:t>10/21/2025</a:t>
            </a:fld>
            <a:endParaRPr lang="en-US" dirty="0"/>
          </a:p>
        </p:txBody>
      </p:sp>
      <p:sp>
        <p:nvSpPr>
          <p:cNvPr id="4" name="Footer Placeholder 3"/>
          <p:cNvSpPr>
            <a:spLocks noGrp="1"/>
          </p:cNvSpPr>
          <p:nvPr>
            <p:ph type="ftr" sz="quarter" idx="11"/>
          </p:nvPr>
        </p:nvSpPr>
        <p:spPr/>
        <p:txBody>
          <a:bodyPr/>
          <a:lstStyle/>
          <a:p>
            <a:r>
              <a:rPr lang="en-US"/>
              <a:t>Madhuri Ma'am notes</a:t>
            </a:r>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C21C176-6C14-4E2C-A738-E7192EB8632B}" type="datetime1">
              <a:rPr lang="en-US" smtClean="0"/>
              <a:t>10/21/2025</a:t>
            </a:fld>
            <a:endParaRPr lang="en-US" dirty="0"/>
          </a:p>
        </p:txBody>
      </p:sp>
      <p:sp>
        <p:nvSpPr>
          <p:cNvPr id="3" name="Footer Placeholder 2"/>
          <p:cNvSpPr>
            <a:spLocks noGrp="1"/>
          </p:cNvSpPr>
          <p:nvPr>
            <p:ph type="ftr" sz="quarter" idx="11"/>
          </p:nvPr>
        </p:nvSpPr>
        <p:spPr/>
        <p:txBody>
          <a:bodyPr/>
          <a:lstStyle/>
          <a:p>
            <a:r>
              <a:rPr lang="en-US"/>
              <a:t>Madhuri Ma'am notes</a:t>
            </a:r>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09FBA2EA-39B3-48EA-B1C1-47406FF92BC3}" type="datetime1">
              <a:rPr lang="en-US" smtClean="0"/>
              <a:t>10/21/2025</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r>
              <a:rPr lang="en-US"/>
              <a:t>Madhuri Ma'am notes</a:t>
            </a:r>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3E28F36-ADD8-4592-BAD0-090862F46087}" type="datetime1">
              <a:rPr lang="en-US" smtClean="0"/>
              <a:t>10/21/2025</a:t>
            </a:fld>
            <a:endParaRPr lang="en-US" dirty="0"/>
          </a:p>
        </p:txBody>
      </p:sp>
      <p:sp>
        <p:nvSpPr>
          <p:cNvPr id="6" name="Footer Placeholder 5"/>
          <p:cNvSpPr>
            <a:spLocks noGrp="1"/>
          </p:cNvSpPr>
          <p:nvPr>
            <p:ph type="ftr" sz="quarter" idx="11"/>
          </p:nvPr>
        </p:nvSpPr>
        <p:spPr/>
        <p:txBody>
          <a:bodyPr/>
          <a:lstStyle/>
          <a:p>
            <a:r>
              <a:rPr lang="en-US"/>
              <a:t>Madhuri Ma'am notes</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F4A1D43-8D9B-4F00-820A-FC7BA7078851}" type="datetime1">
              <a:rPr lang="en-US" smtClean="0"/>
              <a:t>10/21/2025</a:t>
            </a:fld>
            <a:endParaRPr lang="en-US" dirty="0"/>
          </a:p>
        </p:txBody>
      </p:sp>
      <p:sp>
        <p:nvSpPr>
          <p:cNvPr id="5" name="Footer Placeholder 4"/>
          <p:cNvSpPr>
            <a:spLocks noGrp="1"/>
          </p:cNvSpPr>
          <p:nvPr>
            <p:ph type="ftr" sz="quarter" idx="11"/>
          </p:nvPr>
        </p:nvSpPr>
        <p:spPr/>
        <p:txBody>
          <a:bodyPr/>
          <a:lstStyle/>
          <a:p>
            <a:r>
              <a:rPr lang="en-US"/>
              <a:t>Madhuri Ma'am notes</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CA8D05FC-C5DF-4821-BE56-CFF2EB048D65}" type="datetime1">
              <a:rPr lang="en-US" smtClean="0"/>
              <a:t>10/21/2025</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r>
              <a:rPr lang="en-US"/>
              <a:t>Madhuri Ma'am notes</a:t>
            </a:r>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D27D59D8-4678-4CE0-9AC3-C4634F5771F9}" type="datetime1">
              <a:rPr lang="en-US" smtClean="0"/>
              <a:t>10/21/2025</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r>
              <a:rPr lang="en-US"/>
              <a:t>Madhuri Ma'am notes</a:t>
            </a:r>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C5D10-EEA8-D0A2-BB3D-0A7636432186}"/>
              </a:ext>
            </a:extLst>
          </p:cNvPr>
          <p:cNvSpPr>
            <a:spLocks noGrp="1"/>
          </p:cNvSpPr>
          <p:nvPr>
            <p:ph type="ctrTitle"/>
          </p:nvPr>
        </p:nvSpPr>
        <p:spPr/>
        <p:txBody>
          <a:bodyPr>
            <a:normAutofit/>
          </a:bodyPr>
          <a:lstStyle/>
          <a:p>
            <a:pPr algn="ctr"/>
            <a:r>
              <a:rPr lang="en-US" sz="5400" dirty="0"/>
              <a:t>Unit -5</a:t>
            </a:r>
          </a:p>
        </p:txBody>
      </p:sp>
      <p:sp>
        <p:nvSpPr>
          <p:cNvPr id="4" name="Rectangle 3">
            <a:extLst>
              <a:ext uri="{FF2B5EF4-FFF2-40B4-BE49-F238E27FC236}">
                <a16:creationId xmlns:a16="http://schemas.microsoft.com/office/drawing/2014/main" id="{2B9FEF42-1879-8C16-17D3-C1900E53DB05}"/>
              </a:ext>
            </a:extLst>
          </p:cNvPr>
          <p:cNvSpPr/>
          <p:nvPr/>
        </p:nvSpPr>
        <p:spPr>
          <a:xfrm>
            <a:off x="1178981" y="3793244"/>
            <a:ext cx="8909811" cy="1107996"/>
          </a:xfrm>
          <a:prstGeom prst="rect">
            <a:avLst/>
          </a:prstGeom>
          <a:noFill/>
        </p:spPr>
        <p:txBody>
          <a:bodyPr wrap="none" lIns="91440" tIns="45720" rIns="91440" bIns="45720">
            <a:spAutoFit/>
          </a:bodyPr>
          <a:lstStyle/>
          <a:p>
            <a:pPr algn="ctr"/>
            <a:r>
              <a:rPr lang="en-US" sz="6600" b="1" dirty="0">
                <a:ln w="22225">
                  <a:solidFill>
                    <a:schemeClr val="accent2"/>
                  </a:solidFill>
                  <a:prstDash val="solid"/>
                </a:ln>
                <a:solidFill>
                  <a:schemeClr val="accent2">
                    <a:lumMod val="40000"/>
                    <a:lumOff val="60000"/>
                  </a:schemeClr>
                </a:solidFill>
              </a:rPr>
              <a:t>Critical thinking skills </a:t>
            </a:r>
            <a:endParaRPr lang="en-US" sz="6600" b="1" cap="none" spc="0" dirty="0">
              <a:ln w="22225">
                <a:solidFill>
                  <a:schemeClr val="accent2"/>
                </a:solidFill>
                <a:prstDash val="solid"/>
              </a:ln>
              <a:solidFill>
                <a:schemeClr val="accent2">
                  <a:lumMod val="40000"/>
                  <a:lumOff val="60000"/>
                </a:schemeClr>
              </a:solidFill>
              <a:effectLst/>
            </a:endParaRPr>
          </a:p>
        </p:txBody>
      </p:sp>
      <p:sp>
        <p:nvSpPr>
          <p:cNvPr id="3" name="Footer Placeholder 2">
            <a:extLst>
              <a:ext uri="{FF2B5EF4-FFF2-40B4-BE49-F238E27FC236}">
                <a16:creationId xmlns:a16="http://schemas.microsoft.com/office/drawing/2014/main" id="{DD6AF479-44DC-A482-911E-620257E7A8D1}"/>
              </a:ext>
            </a:extLst>
          </p:cNvPr>
          <p:cNvSpPr>
            <a:spLocks noGrp="1"/>
          </p:cNvSpPr>
          <p:nvPr>
            <p:ph type="ftr" sz="quarter" idx="11"/>
          </p:nvPr>
        </p:nvSpPr>
        <p:spPr/>
        <p:txBody>
          <a:bodyPr/>
          <a:lstStyle/>
          <a:p>
            <a:r>
              <a:rPr lang="en-US"/>
              <a:t>Madhuri Ma'am notes</a:t>
            </a:r>
            <a:endParaRPr lang="en-US" dirty="0"/>
          </a:p>
        </p:txBody>
      </p:sp>
      <p:sp>
        <p:nvSpPr>
          <p:cNvPr id="5" name="Slide Number Placeholder 4">
            <a:extLst>
              <a:ext uri="{FF2B5EF4-FFF2-40B4-BE49-F238E27FC236}">
                <a16:creationId xmlns:a16="http://schemas.microsoft.com/office/drawing/2014/main" id="{DE385A05-A496-FEB1-12A9-276BD222E33E}"/>
              </a:ext>
            </a:extLst>
          </p:cNvPr>
          <p:cNvSpPr>
            <a:spLocks noGrp="1"/>
          </p:cNvSpPr>
          <p:nvPr>
            <p:ph type="sldNum" sz="quarter" idx="12"/>
          </p:nvPr>
        </p:nvSpPr>
        <p:spPr/>
        <p:txBody>
          <a:bodyPr/>
          <a:lstStyle/>
          <a:p>
            <a:fld id="{D57F1E4F-1CFF-5643-939E-217C01CDF565}" type="slidenum">
              <a:rPr lang="en-US" smtClean="0"/>
              <a:pPr/>
              <a:t>1</a:t>
            </a:fld>
            <a:endParaRPr lang="en-US" dirty="0"/>
          </a:p>
        </p:txBody>
      </p:sp>
    </p:spTree>
    <p:extLst>
      <p:ext uri="{BB962C8B-B14F-4D97-AF65-F5344CB8AC3E}">
        <p14:creationId xmlns:p14="http://schemas.microsoft.com/office/powerpoint/2010/main" val="31032926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0248258-558E-03CE-E17D-592FEC6AE062}"/>
              </a:ext>
            </a:extLst>
          </p:cNvPr>
          <p:cNvSpPr txBox="1"/>
          <p:nvPr/>
        </p:nvSpPr>
        <p:spPr>
          <a:xfrm>
            <a:off x="393290" y="1059791"/>
            <a:ext cx="7216878" cy="5016758"/>
          </a:xfrm>
          <a:prstGeom prst="rect">
            <a:avLst/>
          </a:prstGeom>
          <a:noFill/>
        </p:spPr>
        <p:txBody>
          <a:bodyPr wrap="square">
            <a:spAutoFit/>
          </a:bodyPr>
          <a:lstStyle/>
          <a:p>
            <a:r>
              <a:rPr lang="en-US" sz="3200" dirty="0"/>
              <a:t>UNIT-5 Critical Thinking Skills </a:t>
            </a:r>
          </a:p>
          <a:p>
            <a:endParaRPr lang="en-US" sz="2400" dirty="0"/>
          </a:p>
          <a:p>
            <a:r>
              <a:rPr lang="en-US" sz="2400" dirty="0">
                <a:highlight>
                  <a:srgbClr val="00FF00"/>
                </a:highlight>
              </a:rPr>
              <a:t>5.1 What are Critical Thinking Skills</a:t>
            </a:r>
          </a:p>
          <a:p>
            <a:r>
              <a:rPr lang="en-US" sz="2400" dirty="0">
                <a:highlight>
                  <a:srgbClr val="00FF00"/>
                </a:highlight>
              </a:rPr>
              <a:t>5.2 Significance of Critical Thinking</a:t>
            </a:r>
          </a:p>
          <a:p>
            <a:r>
              <a:rPr lang="en-US" sz="2400" dirty="0"/>
              <a:t>5.2.1. Problem-Solving</a:t>
            </a:r>
          </a:p>
          <a:p>
            <a:r>
              <a:rPr lang="en-US" sz="2400" dirty="0"/>
              <a:t>5.2.2. Decision-Making</a:t>
            </a:r>
          </a:p>
          <a:p>
            <a:r>
              <a:rPr lang="en-US" sz="2400" dirty="0"/>
              <a:t>5.2.3. Avoiding Manipulation</a:t>
            </a:r>
          </a:p>
          <a:p>
            <a:r>
              <a:rPr lang="en-US" sz="2400" dirty="0"/>
              <a:t>5.2.4. Effective Communication</a:t>
            </a:r>
          </a:p>
          <a:p>
            <a:r>
              <a:rPr lang="en-US" sz="2400" dirty="0"/>
              <a:t>5.2.5. Innovation</a:t>
            </a:r>
          </a:p>
          <a:p>
            <a:r>
              <a:rPr lang="en-US" sz="2400" dirty="0"/>
              <a:t>5.2.6. Personal Growth</a:t>
            </a:r>
          </a:p>
          <a:p>
            <a:r>
              <a:rPr lang="en-US" sz="2400" dirty="0"/>
              <a:t>5.2.7. Improved Emotional Intelligence</a:t>
            </a:r>
          </a:p>
          <a:p>
            <a:r>
              <a:rPr lang="en-US" sz="2400" dirty="0">
                <a:highlight>
                  <a:srgbClr val="00FF00"/>
                </a:highlight>
              </a:rPr>
              <a:t>5.3 What is Lateral Thinking</a:t>
            </a:r>
          </a:p>
          <a:p>
            <a:r>
              <a:rPr lang="en-US" sz="2400" dirty="0">
                <a:highlight>
                  <a:srgbClr val="00FF00"/>
                </a:highlight>
              </a:rPr>
              <a:t>5.4 Critical thinking vs Lateral thinking</a:t>
            </a:r>
          </a:p>
        </p:txBody>
      </p:sp>
      <p:sp>
        <p:nvSpPr>
          <p:cNvPr id="5" name="TextBox 4">
            <a:extLst>
              <a:ext uri="{FF2B5EF4-FFF2-40B4-BE49-F238E27FC236}">
                <a16:creationId xmlns:a16="http://schemas.microsoft.com/office/drawing/2014/main" id="{58A3BB52-E591-0752-C3DA-CCDC7E246F01}"/>
              </a:ext>
            </a:extLst>
          </p:cNvPr>
          <p:cNvSpPr txBox="1"/>
          <p:nvPr/>
        </p:nvSpPr>
        <p:spPr>
          <a:xfrm>
            <a:off x="6371303" y="1434423"/>
            <a:ext cx="6096000" cy="4154984"/>
          </a:xfrm>
          <a:prstGeom prst="rect">
            <a:avLst/>
          </a:prstGeom>
          <a:noFill/>
        </p:spPr>
        <p:txBody>
          <a:bodyPr wrap="square">
            <a:spAutoFit/>
          </a:bodyPr>
          <a:lstStyle/>
          <a:p>
            <a:r>
              <a:rPr lang="en-US" sz="2400" dirty="0">
                <a:highlight>
                  <a:srgbClr val="00FF00"/>
                </a:highlight>
              </a:rPr>
              <a:t>5.5 Ways to improve Critical Thinking</a:t>
            </a:r>
          </a:p>
          <a:p>
            <a:pPr marL="342900" indent="-342900">
              <a:buAutoNum type="arabicPeriod"/>
            </a:pPr>
            <a:r>
              <a:rPr lang="en-US" sz="2400" dirty="0"/>
              <a:t>Ask Questions</a:t>
            </a:r>
          </a:p>
          <a:p>
            <a:pPr marL="342900" indent="-342900">
              <a:buAutoNum type="arabicPeriod"/>
            </a:pPr>
            <a:r>
              <a:rPr lang="en-US" sz="2400" dirty="0"/>
              <a:t>Evaluate Information</a:t>
            </a:r>
          </a:p>
          <a:p>
            <a:pPr marL="342900" indent="-342900">
              <a:buAutoNum type="arabicPeriod"/>
            </a:pPr>
            <a:r>
              <a:rPr lang="en-US" sz="2400" dirty="0"/>
              <a:t>Consider Different Perspectives</a:t>
            </a:r>
          </a:p>
          <a:p>
            <a:pPr marL="342900" indent="-342900">
              <a:buAutoNum type="arabicPeriod"/>
            </a:pPr>
            <a:r>
              <a:rPr lang="en-US" sz="2400" dirty="0"/>
              <a:t>Think Creatively</a:t>
            </a:r>
          </a:p>
          <a:p>
            <a:pPr marL="342900" indent="-342900">
              <a:buAutoNum type="arabicPeriod"/>
            </a:pPr>
            <a:r>
              <a:rPr lang="en-US" sz="2400" dirty="0"/>
              <a:t> Practice Reflection</a:t>
            </a:r>
          </a:p>
          <a:p>
            <a:pPr marL="342900" indent="-342900">
              <a:buAutoNum type="arabicPeriod"/>
            </a:pPr>
            <a:r>
              <a:rPr lang="en-US" sz="2400" dirty="0"/>
              <a:t>Develop Logical Reasoning</a:t>
            </a:r>
          </a:p>
          <a:p>
            <a:pPr marL="342900" indent="-342900">
              <a:buAutoNum type="arabicPeriod"/>
            </a:pPr>
            <a:r>
              <a:rPr lang="en-US" sz="2400" dirty="0"/>
              <a:t> Be Open-Minded</a:t>
            </a:r>
          </a:p>
          <a:p>
            <a:pPr marL="342900" indent="-342900">
              <a:buAutoNum type="arabicPeriod"/>
            </a:pPr>
            <a:r>
              <a:rPr lang="en-US" sz="2400" dirty="0"/>
              <a:t> Seek Feedback</a:t>
            </a:r>
          </a:p>
          <a:p>
            <a:pPr marL="342900" indent="-342900">
              <a:buAutoNum type="arabicPeriod"/>
            </a:pPr>
            <a:r>
              <a:rPr lang="en-US" sz="2400" dirty="0"/>
              <a:t> Stay Informed</a:t>
            </a:r>
          </a:p>
          <a:p>
            <a:pPr marL="342900" indent="-342900">
              <a:buAutoNum type="arabicPeriod"/>
            </a:pPr>
            <a:r>
              <a:rPr lang="en-US" sz="2400" dirty="0"/>
              <a:t>Challenge Yourself</a:t>
            </a:r>
          </a:p>
        </p:txBody>
      </p:sp>
      <p:sp>
        <p:nvSpPr>
          <p:cNvPr id="2" name="Footer Placeholder 1">
            <a:extLst>
              <a:ext uri="{FF2B5EF4-FFF2-40B4-BE49-F238E27FC236}">
                <a16:creationId xmlns:a16="http://schemas.microsoft.com/office/drawing/2014/main" id="{2EE1B346-4E76-0711-F22B-13559D9E1CDE}"/>
              </a:ext>
            </a:extLst>
          </p:cNvPr>
          <p:cNvSpPr>
            <a:spLocks noGrp="1"/>
          </p:cNvSpPr>
          <p:nvPr>
            <p:ph type="ftr" sz="quarter" idx="11"/>
          </p:nvPr>
        </p:nvSpPr>
        <p:spPr/>
        <p:txBody>
          <a:bodyPr/>
          <a:lstStyle/>
          <a:p>
            <a:r>
              <a:rPr lang="en-US"/>
              <a:t>Madhuri Ma'am notes</a:t>
            </a:r>
            <a:endParaRPr lang="en-US" dirty="0"/>
          </a:p>
        </p:txBody>
      </p:sp>
      <p:sp>
        <p:nvSpPr>
          <p:cNvPr id="4" name="Slide Number Placeholder 3">
            <a:extLst>
              <a:ext uri="{FF2B5EF4-FFF2-40B4-BE49-F238E27FC236}">
                <a16:creationId xmlns:a16="http://schemas.microsoft.com/office/drawing/2014/main" id="{46BEB3EB-258B-C4F8-E9D6-525433679343}"/>
              </a:ext>
            </a:extLst>
          </p:cNvPr>
          <p:cNvSpPr>
            <a:spLocks noGrp="1"/>
          </p:cNvSpPr>
          <p:nvPr>
            <p:ph type="sldNum" sz="quarter" idx="12"/>
          </p:nvPr>
        </p:nvSpPr>
        <p:spPr/>
        <p:txBody>
          <a:bodyPr/>
          <a:lstStyle/>
          <a:p>
            <a:fld id="{D57F1E4F-1CFF-5643-939E-217C01CDF565}" type="slidenum">
              <a:rPr lang="en-US" smtClean="0"/>
              <a:pPr/>
              <a:t>2</a:t>
            </a:fld>
            <a:endParaRPr lang="en-US" dirty="0"/>
          </a:p>
        </p:txBody>
      </p:sp>
    </p:spTree>
    <p:extLst>
      <p:ext uri="{BB962C8B-B14F-4D97-AF65-F5344CB8AC3E}">
        <p14:creationId xmlns:p14="http://schemas.microsoft.com/office/powerpoint/2010/main" val="22836286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35DCDAB-030C-7A1C-4856-49C040347B1C}"/>
              </a:ext>
            </a:extLst>
          </p:cNvPr>
          <p:cNvPicPr>
            <a:picLocks noChangeAspect="1"/>
          </p:cNvPicPr>
          <p:nvPr/>
        </p:nvPicPr>
        <p:blipFill>
          <a:blip r:embed="rId2"/>
          <a:stretch>
            <a:fillRect/>
          </a:stretch>
        </p:blipFill>
        <p:spPr>
          <a:xfrm>
            <a:off x="0" y="0"/>
            <a:ext cx="12192000" cy="6858000"/>
          </a:xfrm>
          <a:prstGeom prst="rect">
            <a:avLst/>
          </a:prstGeom>
        </p:spPr>
      </p:pic>
      <p:sp>
        <p:nvSpPr>
          <p:cNvPr id="3" name="Footer Placeholder 2">
            <a:extLst>
              <a:ext uri="{FF2B5EF4-FFF2-40B4-BE49-F238E27FC236}">
                <a16:creationId xmlns:a16="http://schemas.microsoft.com/office/drawing/2014/main" id="{D688069B-721D-53D9-BDBD-E22C878C4E6F}"/>
              </a:ext>
            </a:extLst>
          </p:cNvPr>
          <p:cNvSpPr>
            <a:spLocks noGrp="1"/>
          </p:cNvSpPr>
          <p:nvPr>
            <p:ph type="ftr" sz="quarter" idx="11"/>
          </p:nvPr>
        </p:nvSpPr>
        <p:spPr/>
        <p:txBody>
          <a:bodyPr/>
          <a:lstStyle/>
          <a:p>
            <a:r>
              <a:rPr lang="en-US"/>
              <a:t>Madhuri Ma'am notes</a:t>
            </a:r>
            <a:endParaRPr lang="en-US" dirty="0"/>
          </a:p>
        </p:txBody>
      </p:sp>
      <p:sp>
        <p:nvSpPr>
          <p:cNvPr id="4" name="Slide Number Placeholder 3">
            <a:extLst>
              <a:ext uri="{FF2B5EF4-FFF2-40B4-BE49-F238E27FC236}">
                <a16:creationId xmlns:a16="http://schemas.microsoft.com/office/drawing/2014/main" id="{37947ABC-7B40-593A-3A80-F660C8B466D8}"/>
              </a:ext>
            </a:extLst>
          </p:cNvPr>
          <p:cNvSpPr>
            <a:spLocks noGrp="1"/>
          </p:cNvSpPr>
          <p:nvPr>
            <p:ph type="sldNum" sz="quarter" idx="12"/>
          </p:nvPr>
        </p:nvSpPr>
        <p:spPr/>
        <p:txBody>
          <a:bodyPr/>
          <a:lstStyle/>
          <a:p>
            <a:fld id="{D57F1E4F-1CFF-5643-939E-217C01CDF565}" type="slidenum">
              <a:rPr lang="en-US" smtClean="0"/>
              <a:pPr/>
              <a:t>3</a:t>
            </a:fld>
            <a:endParaRPr lang="en-US" dirty="0"/>
          </a:p>
        </p:txBody>
      </p:sp>
    </p:spTree>
    <p:extLst>
      <p:ext uri="{BB962C8B-B14F-4D97-AF65-F5344CB8AC3E}">
        <p14:creationId xmlns:p14="http://schemas.microsoft.com/office/powerpoint/2010/main" val="41317684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39C7CB9-897A-85C9-CA34-E836F4E1D067}"/>
              </a:ext>
            </a:extLst>
          </p:cNvPr>
          <p:cNvPicPr>
            <a:picLocks noChangeAspect="1"/>
          </p:cNvPicPr>
          <p:nvPr/>
        </p:nvPicPr>
        <p:blipFill>
          <a:blip r:embed="rId2"/>
          <a:stretch>
            <a:fillRect/>
          </a:stretch>
        </p:blipFill>
        <p:spPr>
          <a:xfrm>
            <a:off x="0" y="0"/>
            <a:ext cx="12192000" cy="6764594"/>
          </a:xfrm>
          <a:prstGeom prst="rect">
            <a:avLst/>
          </a:prstGeom>
        </p:spPr>
      </p:pic>
      <p:sp>
        <p:nvSpPr>
          <p:cNvPr id="3" name="Footer Placeholder 2">
            <a:extLst>
              <a:ext uri="{FF2B5EF4-FFF2-40B4-BE49-F238E27FC236}">
                <a16:creationId xmlns:a16="http://schemas.microsoft.com/office/drawing/2014/main" id="{5FB9FAB2-600B-E63C-606E-B47471AE5B70}"/>
              </a:ext>
            </a:extLst>
          </p:cNvPr>
          <p:cNvSpPr>
            <a:spLocks noGrp="1"/>
          </p:cNvSpPr>
          <p:nvPr>
            <p:ph type="ftr" sz="quarter" idx="11"/>
          </p:nvPr>
        </p:nvSpPr>
        <p:spPr/>
        <p:txBody>
          <a:bodyPr/>
          <a:lstStyle/>
          <a:p>
            <a:r>
              <a:rPr lang="en-US"/>
              <a:t>Madhuri Ma'am notes</a:t>
            </a:r>
            <a:endParaRPr lang="en-US" dirty="0"/>
          </a:p>
        </p:txBody>
      </p:sp>
      <p:sp>
        <p:nvSpPr>
          <p:cNvPr id="4" name="Slide Number Placeholder 3">
            <a:extLst>
              <a:ext uri="{FF2B5EF4-FFF2-40B4-BE49-F238E27FC236}">
                <a16:creationId xmlns:a16="http://schemas.microsoft.com/office/drawing/2014/main" id="{56C5CF22-C8D0-7356-553C-17BF86EA0359}"/>
              </a:ext>
            </a:extLst>
          </p:cNvPr>
          <p:cNvSpPr>
            <a:spLocks noGrp="1"/>
          </p:cNvSpPr>
          <p:nvPr>
            <p:ph type="sldNum" sz="quarter" idx="12"/>
          </p:nvPr>
        </p:nvSpPr>
        <p:spPr/>
        <p:txBody>
          <a:bodyPr/>
          <a:lstStyle/>
          <a:p>
            <a:fld id="{D57F1E4F-1CFF-5643-939E-217C01CDF565}" type="slidenum">
              <a:rPr lang="en-US" smtClean="0"/>
              <a:pPr/>
              <a:t>4</a:t>
            </a:fld>
            <a:endParaRPr lang="en-US" dirty="0"/>
          </a:p>
        </p:txBody>
      </p:sp>
    </p:spTree>
    <p:extLst>
      <p:ext uri="{BB962C8B-B14F-4D97-AF65-F5344CB8AC3E}">
        <p14:creationId xmlns:p14="http://schemas.microsoft.com/office/powerpoint/2010/main" val="10454355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7D8F85F-19A5-25A0-CC0F-A1360AC20897}"/>
              </a:ext>
            </a:extLst>
          </p:cNvPr>
          <p:cNvPicPr>
            <a:picLocks noChangeAspect="1"/>
          </p:cNvPicPr>
          <p:nvPr/>
        </p:nvPicPr>
        <p:blipFill>
          <a:blip r:embed="rId2"/>
          <a:stretch>
            <a:fillRect/>
          </a:stretch>
        </p:blipFill>
        <p:spPr>
          <a:xfrm>
            <a:off x="-245805" y="74201"/>
            <a:ext cx="12437806" cy="7056208"/>
          </a:xfrm>
          <a:prstGeom prst="rect">
            <a:avLst/>
          </a:prstGeom>
        </p:spPr>
      </p:pic>
      <p:sp>
        <p:nvSpPr>
          <p:cNvPr id="3" name="Footer Placeholder 2">
            <a:extLst>
              <a:ext uri="{FF2B5EF4-FFF2-40B4-BE49-F238E27FC236}">
                <a16:creationId xmlns:a16="http://schemas.microsoft.com/office/drawing/2014/main" id="{0083A090-3F27-2ECB-5395-C64A5CD76076}"/>
              </a:ext>
            </a:extLst>
          </p:cNvPr>
          <p:cNvSpPr>
            <a:spLocks noGrp="1"/>
          </p:cNvSpPr>
          <p:nvPr>
            <p:ph type="ftr" sz="quarter" idx="11"/>
          </p:nvPr>
        </p:nvSpPr>
        <p:spPr/>
        <p:txBody>
          <a:bodyPr/>
          <a:lstStyle/>
          <a:p>
            <a:r>
              <a:rPr lang="en-US"/>
              <a:t>Madhuri Ma'am notes</a:t>
            </a:r>
            <a:endParaRPr lang="en-US" dirty="0"/>
          </a:p>
        </p:txBody>
      </p:sp>
      <p:sp>
        <p:nvSpPr>
          <p:cNvPr id="4" name="Slide Number Placeholder 3">
            <a:extLst>
              <a:ext uri="{FF2B5EF4-FFF2-40B4-BE49-F238E27FC236}">
                <a16:creationId xmlns:a16="http://schemas.microsoft.com/office/drawing/2014/main" id="{CB82B258-E347-F1E8-F0E3-8277E301F160}"/>
              </a:ext>
            </a:extLst>
          </p:cNvPr>
          <p:cNvSpPr>
            <a:spLocks noGrp="1"/>
          </p:cNvSpPr>
          <p:nvPr>
            <p:ph type="sldNum" sz="quarter" idx="12"/>
          </p:nvPr>
        </p:nvSpPr>
        <p:spPr/>
        <p:txBody>
          <a:bodyPr/>
          <a:lstStyle/>
          <a:p>
            <a:fld id="{D57F1E4F-1CFF-5643-939E-217C01CDF565}" type="slidenum">
              <a:rPr lang="en-US" smtClean="0"/>
              <a:pPr/>
              <a:t>5</a:t>
            </a:fld>
            <a:endParaRPr lang="en-US" dirty="0"/>
          </a:p>
        </p:txBody>
      </p:sp>
    </p:spTree>
    <p:extLst>
      <p:ext uri="{BB962C8B-B14F-4D97-AF65-F5344CB8AC3E}">
        <p14:creationId xmlns:p14="http://schemas.microsoft.com/office/powerpoint/2010/main" val="19175013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7DBE17E-20EA-B4C1-9856-5D493BCDDE4C}"/>
              </a:ext>
            </a:extLst>
          </p:cNvPr>
          <p:cNvSpPr/>
          <p:nvPr/>
        </p:nvSpPr>
        <p:spPr>
          <a:xfrm>
            <a:off x="174117" y="0"/>
            <a:ext cx="8953093" cy="923330"/>
          </a:xfrm>
          <a:prstGeom prst="rect">
            <a:avLst/>
          </a:prstGeom>
          <a:solidFill>
            <a:srgbClr val="0070C0"/>
          </a:solidFill>
        </p:spPr>
        <p:txBody>
          <a:bodyPr wrap="none" lIns="91440" tIns="45720" rIns="91440" bIns="45720">
            <a:spAutoFit/>
          </a:bodyPr>
          <a:lstStyle/>
          <a:p>
            <a:pPr algn="ctr"/>
            <a:r>
              <a:rPr lang="en-US" sz="5400" b="1" cap="none" spc="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rPr>
              <a:t>What is a critical thinking?</a:t>
            </a:r>
          </a:p>
        </p:txBody>
      </p:sp>
      <p:sp>
        <p:nvSpPr>
          <p:cNvPr id="4" name="TextBox 3">
            <a:extLst>
              <a:ext uri="{FF2B5EF4-FFF2-40B4-BE49-F238E27FC236}">
                <a16:creationId xmlns:a16="http://schemas.microsoft.com/office/drawing/2014/main" id="{20A799C8-F7C0-8AAD-2E2F-84F7F68AFEF3}"/>
              </a:ext>
            </a:extLst>
          </p:cNvPr>
          <p:cNvSpPr txBox="1"/>
          <p:nvPr/>
        </p:nvSpPr>
        <p:spPr>
          <a:xfrm>
            <a:off x="806245" y="1522756"/>
            <a:ext cx="9153832" cy="3046988"/>
          </a:xfrm>
          <a:prstGeom prst="rect">
            <a:avLst/>
          </a:prstGeom>
          <a:noFill/>
        </p:spPr>
        <p:txBody>
          <a:bodyPr wrap="square">
            <a:spAutoFit/>
          </a:bodyPr>
          <a:lstStyle/>
          <a:p>
            <a:r>
              <a:rPr lang="en-US" sz="3200" b="0" i="0" dirty="0">
                <a:solidFill>
                  <a:srgbClr val="474747"/>
                </a:solidFill>
                <a:effectLst/>
                <a:latin typeface="Google Sans"/>
              </a:rPr>
              <a:t>Critical thinking is </a:t>
            </a:r>
            <a:r>
              <a:rPr lang="en-US" sz="3200" b="0" i="0" dirty="0">
                <a:solidFill>
                  <a:srgbClr val="040C28"/>
                </a:solidFill>
                <a:effectLst/>
                <a:latin typeface="Google Sans"/>
              </a:rPr>
              <a:t>the </a:t>
            </a:r>
            <a:r>
              <a:rPr lang="en-US" sz="3200" b="0" i="0" dirty="0">
                <a:solidFill>
                  <a:srgbClr val="00B0F0"/>
                </a:solidFill>
                <a:effectLst/>
                <a:latin typeface="Google Sans"/>
              </a:rPr>
              <a:t>ability to interpret, evaluate, and analyze facts and information that are available, to form a judgment or decide if something is right or wrong</a:t>
            </a:r>
            <a:r>
              <a:rPr lang="en-US" sz="3200" b="0" i="0" dirty="0">
                <a:solidFill>
                  <a:srgbClr val="474747"/>
                </a:solidFill>
                <a:effectLst/>
                <a:latin typeface="Google Sans"/>
              </a:rPr>
              <a:t>. More than just being curious about the world around you, critical thinkers make connections between logical ideas to see the bigger picture.</a:t>
            </a:r>
            <a:endParaRPr lang="en-US" sz="3200" dirty="0"/>
          </a:p>
        </p:txBody>
      </p:sp>
      <p:sp>
        <p:nvSpPr>
          <p:cNvPr id="3" name="Footer Placeholder 2">
            <a:extLst>
              <a:ext uri="{FF2B5EF4-FFF2-40B4-BE49-F238E27FC236}">
                <a16:creationId xmlns:a16="http://schemas.microsoft.com/office/drawing/2014/main" id="{5D6EF61D-95B8-D296-A876-07CB349EA984}"/>
              </a:ext>
            </a:extLst>
          </p:cNvPr>
          <p:cNvSpPr>
            <a:spLocks noGrp="1"/>
          </p:cNvSpPr>
          <p:nvPr>
            <p:ph type="ftr" sz="quarter" idx="11"/>
          </p:nvPr>
        </p:nvSpPr>
        <p:spPr/>
        <p:txBody>
          <a:bodyPr/>
          <a:lstStyle/>
          <a:p>
            <a:r>
              <a:rPr lang="en-US"/>
              <a:t>Madhuri Ma'am notes</a:t>
            </a:r>
            <a:endParaRPr lang="en-US" dirty="0"/>
          </a:p>
        </p:txBody>
      </p:sp>
      <p:sp>
        <p:nvSpPr>
          <p:cNvPr id="5" name="Slide Number Placeholder 4">
            <a:extLst>
              <a:ext uri="{FF2B5EF4-FFF2-40B4-BE49-F238E27FC236}">
                <a16:creationId xmlns:a16="http://schemas.microsoft.com/office/drawing/2014/main" id="{1A1675BE-19E0-116D-36E4-82CAAD97AB31}"/>
              </a:ext>
            </a:extLst>
          </p:cNvPr>
          <p:cNvSpPr>
            <a:spLocks noGrp="1"/>
          </p:cNvSpPr>
          <p:nvPr>
            <p:ph type="sldNum" sz="quarter" idx="12"/>
          </p:nvPr>
        </p:nvSpPr>
        <p:spPr/>
        <p:txBody>
          <a:bodyPr/>
          <a:lstStyle/>
          <a:p>
            <a:fld id="{D57F1E4F-1CFF-5643-939E-217C01CDF565}" type="slidenum">
              <a:rPr lang="en-US" smtClean="0"/>
              <a:pPr/>
              <a:t>6</a:t>
            </a:fld>
            <a:endParaRPr lang="en-US" dirty="0"/>
          </a:p>
        </p:txBody>
      </p:sp>
    </p:spTree>
    <p:extLst>
      <p:ext uri="{BB962C8B-B14F-4D97-AF65-F5344CB8AC3E}">
        <p14:creationId xmlns:p14="http://schemas.microsoft.com/office/powerpoint/2010/main" val="31609674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03F650C-6DC9-C0B3-3866-2437B8539580}"/>
              </a:ext>
            </a:extLst>
          </p:cNvPr>
          <p:cNvSpPr txBox="1"/>
          <p:nvPr/>
        </p:nvSpPr>
        <p:spPr>
          <a:xfrm>
            <a:off x="629263" y="533089"/>
            <a:ext cx="8455743" cy="646331"/>
          </a:xfrm>
          <a:prstGeom prst="rect">
            <a:avLst/>
          </a:prstGeom>
          <a:noFill/>
        </p:spPr>
        <p:txBody>
          <a:bodyPr wrap="square">
            <a:spAutoFit/>
          </a:bodyPr>
          <a:lstStyle/>
          <a:p>
            <a:r>
              <a:rPr lang="en-US" sz="3600" dirty="0">
                <a:highlight>
                  <a:srgbClr val="00FF00"/>
                </a:highlight>
              </a:rPr>
              <a:t>5.2 Significance of Critical Thinking</a:t>
            </a:r>
          </a:p>
        </p:txBody>
      </p:sp>
      <p:sp>
        <p:nvSpPr>
          <p:cNvPr id="5" name="TextBox 4">
            <a:extLst>
              <a:ext uri="{FF2B5EF4-FFF2-40B4-BE49-F238E27FC236}">
                <a16:creationId xmlns:a16="http://schemas.microsoft.com/office/drawing/2014/main" id="{D2D56CD2-660C-6330-71D7-22DA0957A0D4}"/>
              </a:ext>
            </a:extLst>
          </p:cNvPr>
          <p:cNvSpPr txBox="1"/>
          <p:nvPr/>
        </p:nvSpPr>
        <p:spPr>
          <a:xfrm>
            <a:off x="422786" y="1179420"/>
            <a:ext cx="10373033" cy="5632311"/>
          </a:xfrm>
          <a:prstGeom prst="rect">
            <a:avLst/>
          </a:prstGeom>
          <a:noFill/>
        </p:spPr>
        <p:txBody>
          <a:bodyPr wrap="square">
            <a:spAutoFit/>
          </a:bodyPr>
          <a:lstStyle/>
          <a:p>
            <a:r>
              <a:rPr lang="en-US" sz="2400" dirty="0"/>
              <a:t>The significance of critical thinking lies in its ability to enhance judgment, problem-solving, and decision-making, making it invaluable in both personal and professional contexts. Here’s why critical thinking is so essential:</a:t>
            </a:r>
          </a:p>
          <a:p>
            <a:endParaRPr lang="en-US" sz="2400" dirty="0"/>
          </a:p>
          <a:p>
            <a:r>
              <a:rPr lang="en-US" sz="3600" b="1" dirty="0">
                <a:highlight>
                  <a:srgbClr val="FFFF00"/>
                </a:highlight>
              </a:rPr>
              <a:t>Problem-Solving</a:t>
            </a:r>
            <a:r>
              <a:rPr lang="en-US" sz="3600" dirty="0">
                <a:highlight>
                  <a:srgbClr val="FFFF00"/>
                </a:highlight>
              </a:rPr>
              <a:t>: </a:t>
            </a:r>
            <a:r>
              <a:rPr lang="en-US" sz="2400" dirty="0"/>
              <a:t>Critical thinking enhances your ability to analyze complex situations, identify key issues, and develop effective solutions. It encourages a structured approach to break down problems, assess alternatives, and find the most efficient resolution.</a:t>
            </a:r>
          </a:p>
          <a:p>
            <a:endParaRPr lang="en-US" sz="2400" dirty="0"/>
          </a:p>
          <a:p>
            <a:r>
              <a:rPr lang="en-US" sz="3600" b="1" dirty="0">
                <a:highlight>
                  <a:srgbClr val="FFFF00"/>
                </a:highlight>
              </a:rPr>
              <a:t>Decision-Making</a:t>
            </a:r>
            <a:r>
              <a:rPr lang="en-US" sz="3600" dirty="0">
                <a:highlight>
                  <a:srgbClr val="FFFF00"/>
                </a:highlight>
              </a:rPr>
              <a:t>: </a:t>
            </a:r>
            <a:r>
              <a:rPr lang="en-US" sz="2400" dirty="0"/>
              <a:t>By critically evaluating information and considering multiple perspectives, critical thinkers make more informed and balanced decisions. This skill is crucial in personal and professional settings, allowing for decisions based on logic rather than emotions or biases.</a:t>
            </a:r>
          </a:p>
          <a:p>
            <a:endParaRPr lang="en-US" sz="2400" dirty="0"/>
          </a:p>
        </p:txBody>
      </p:sp>
      <p:sp>
        <p:nvSpPr>
          <p:cNvPr id="2" name="Footer Placeholder 1">
            <a:extLst>
              <a:ext uri="{FF2B5EF4-FFF2-40B4-BE49-F238E27FC236}">
                <a16:creationId xmlns:a16="http://schemas.microsoft.com/office/drawing/2014/main" id="{3A01AC29-C51C-242E-ED5C-051CD982B0BC}"/>
              </a:ext>
            </a:extLst>
          </p:cNvPr>
          <p:cNvSpPr>
            <a:spLocks noGrp="1"/>
          </p:cNvSpPr>
          <p:nvPr>
            <p:ph type="ftr" sz="quarter" idx="11"/>
          </p:nvPr>
        </p:nvSpPr>
        <p:spPr/>
        <p:txBody>
          <a:bodyPr/>
          <a:lstStyle/>
          <a:p>
            <a:r>
              <a:rPr lang="en-US"/>
              <a:t>Madhuri Ma'am notes</a:t>
            </a:r>
            <a:endParaRPr lang="en-US" dirty="0"/>
          </a:p>
        </p:txBody>
      </p:sp>
      <p:sp>
        <p:nvSpPr>
          <p:cNvPr id="4" name="Slide Number Placeholder 3">
            <a:extLst>
              <a:ext uri="{FF2B5EF4-FFF2-40B4-BE49-F238E27FC236}">
                <a16:creationId xmlns:a16="http://schemas.microsoft.com/office/drawing/2014/main" id="{C159C688-8815-5559-9674-09B2555C8E05}"/>
              </a:ext>
            </a:extLst>
          </p:cNvPr>
          <p:cNvSpPr>
            <a:spLocks noGrp="1"/>
          </p:cNvSpPr>
          <p:nvPr>
            <p:ph type="sldNum" sz="quarter" idx="12"/>
          </p:nvPr>
        </p:nvSpPr>
        <p:spPr/>
        <p:txBody>
          <a:bodyPr/>
          <a:lstStyle/>
          <a:p>
            <a:fld id="{D57F1E4F-1CFF-5643-939E-217C01CDF565}" type="slidenum">
              <a:rPr lang="en-US" smtClean="0"/>
              <a:pPr/>
              <a:t>7</a:t>
            </a:fld>
            <a:endParaRPr lang="en-US" dirty="0"/>
          </a:p>
        </p:txBody>
      </p:sp>
    </p:spTree>
    <p:extLst>
      <p:ext uri="{BB962C8B-B14F-4D97-AF65-F5344CB8AC3E}">
        <p14:creationId xmlns:p14="http://schemas.microsoft.com/office/powerpoint/2010/main" val="19384473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AF37691-E5B2-6009-5B1D-95186BF30D17}"/>
              </a:ext>
            </a:extLst>
          </p:cNvPr>
          <p:cNvSpPr>
            <a:spLocks noChangeArrowheads="1"/>
          </p:cNvSpPr>
          <p:nvPr/>
        </p:nvSpPr>
        <p:spPr bwMode="auto">
          <a:xfrm>
            <a:off x="162797" y="641925"/>
            <a:ext cx="12029203" cy="6124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highlight>
                  <a:srgbClr val="FFFF00"/>
                </a:highlight>
                <a:latin typeface="Times New Roman" panose="02020603050405020304" pitchFamily="18" charset="0"/>
                <a:cs typeface="Times New Roman" panose="02020603050405020304" pitchFamily="18" charset="0"/>
              </a:rPr>
              <a:t>Avoiding Manipulation</a:t>
            </a:r>
            <a:r>
              <a:rPr kumimoji="0" lang="en-US" altLang="en-US" sz="2800" b="0" i="0" u="none" strike="noStrike" cap="none" normalizeH="0" baseline="0" dirty="0">
                <a:ln>
                  <a:noFill/>
                </a:ln>
                <a:solidFill>
                  <a:schemeClr val="tx1"/>
                </a:solidFill>
                <a:effectLst/>
                <a:highlight>
                  <a:srgbClr val="FFFF00"/>
                </a:highligh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Critical thinking helps individuals recognize biases, fallacies, and persuasive techniques used in media,</a:t>
            </a:r>
          </a:p>
          <a:p>
            <a:pPr marL="0" marR="0" lvl="0" indent="0" algn="l" defTabSz="914400" rtl="0" eaLnBrk="0" fontAlgn="base" latinLnBrk="0" hangingPunct="0">
              <a:lnSpc>
                <a:spcPct val="100000"/>
              </a:lnSpc>
              <a:spcBef>
                <a:spcPct val="0"/>
              </a:spcBef>
              <a:spcAft>
                <a:spcPct val="0"/>
              </a:spcAft>
              <a:buClrTx/>
              <a:buSzTx/>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politics, and everyday interactions. This awareness protects them from being easily influenced or manipulated.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highlight>
                  <a:srgbClr val="FFFF00"/>
                </a:highlight>
                <a:latin typeface="Times New Roman" panose="02020603050405020304" pitchFamily="18" charset="0"/>
                <a:cs typeface="Times New Roman" panose="02020603050405020304" pitchFamily="18" charset="0"/>
              </a:rPr>
              <a:t>Effective Communication</a:t>
            </a:r>
            <a:r>
              <a:rPr kumimoji="0" lang="en-US" altLang="en-US" sz="2800" b="0" i="0" u="none" strike="noStrike" cap="none" normalizeH="0" baseline="0" dirty="0">
                <a:ln>
                  <a:noFill/>
                </a:ln>
                <a:solidFill>
                  <a:schemeClr val="tx1"/>
                </a:solidFill>
                <a:effectLst/>
                <a:highlight>
                  <a:srgbClr val="FFFF00"/>
                </a:highlight>
                <a:latin typeface="Times New Roman" panose="02020603050405020304" pitchFamily="18" charset="0"/>
                <a:cs typeface="Times New Roman" panose="02020603050405020304" pitchFamily="18" charset="0"/>
              </a:rPr>
              <a:t>: </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Clear thinking leads to clear expression.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Critical thinkers are better at articulating their thoughts, presenting arguments coherently, and understanding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others' viewpoints, which improves interpersonal and professional communication.</a:t>
            </a:r>
          </a:p>
          <a:p>
            <a:pPr marL="0" marR="0" lvl="0" indent="0" algn="l" defTabSz="914400" rtl="0" eaLnBrk="0" fontAlgn="base" latinLnBrk="0" hangingPunct="0">
              <a:lnSpc>
                <a:spcPct val="100000"/>
              </a:lnSpc>
              <a:spcBef>
                <a:spcPct val="0"/>
              </a:spcBef>
              <a:spcAft>
                <a:spcPct val="0"/>
              </a:spcAft>
              <a:buClrTx/>
              <a:buSzTx/>
              <a:buFontTx/>
              <a:buChar char="•"/>
              <a:tabLst/>
            </a:pPr>
            <a:r>
              <a:rPr lang="en-US" sz="2800" b="1" dirty="0">
                <a:highlight>
                  <a:srgbClr val="FFFF00"/>
                </a:highlight>
                <a:latin typeface="Times New Roman" panose="02020603050405020304" pitchFamily="18" charset="0"/>
                <a:cs typeface="Times New Roman" panose="02020603050405020304" pitchFamily="18" charset="0"/>
              </a:rPr>
              <a:t>Innovation</a:t>
            </a:r>
            <a:r>
              <a:rPr lang="en-US" sz="2800" dirty="0">
                <a:highlight>
                  <a:srgbClr val="FFFF00"/>
                </a:highlight>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By questioning assumptions and exploring new ideas, critical thinkers foster creativity and innovation. </a:t>
            </a:r>
          </a:p>
          <a:p>
            <a:pPr marL="0" marR="0" lvl="0" indent="0" algn="l" defTabSz="914400" rtl="0" eaLnBrk="0" fontAlgn="base" latinLnBrk="0" hangingPunct="0">
              <a:lnSpc>
                <a:spcPct val="100000"/>
              </a:lnSpc>
              <a:spcBef>
                <a:spcPct val="0"/>
              </a:spcBef>
              <a:spcAft>
                <a:spcPct val="0"/>
              </a:spcAft>
              <a:buClrTx/>
              <a:buSzTx/>
              <a:buFontTx/>
              <a:buChar char="•"/>
              <a:tabLst/>
            </a:pPr>
            <a:r>
              <a:rPr lang="en-US" sz="2800" dirty="0">
                <a:latin typeface="Times New Roman" panose="02020603050405020304" pitchFamily="18" charset="0"/>
                <a:cs typeface="Times New Roman" panose="02020603050405020304" pitchFamily="18" charset="0"/>
              </a:rPr>
              <a:t>This skill is vital for generating novel solutions, improving processes, and advancing in any field</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17AA0087-1F58-EB5D-89FD-41FAFA8336A1}"/>
              </a:ext>
            </a:extLst>
          </p:cNvPr>
          <p:cNvSpPr>
            <a:spLocks noGrp="1"/>
          </p:cNvSpPr>
          <p:nvPr>
            <p:ph type="ftr" sz="quarter" idx="11"/>
          </p:nvPr>
        </p:nvSpPr>
        <p:spPr/>
        <p:txBody>
          <a:bodyPr/>
          <a:lstStyle/>
          <a:p>
            <a:r>
              <a:rPr lang="en-US"/>
              <a:t>Madhuri Ma'am notes</a:t>
            </a:r>
            <a:endParaRPr lang="en-US" dirty="0"/>
          </a:p>
        </p:txBody>
      </p:sp>
      <p:sp>
        <p:nvSpPr>
          <p:cNvPr id="4" name="Slide Number Placeholder 3">
            <a:extLst>
              <a:ext uri="{FF2B5EF4-FFF2-40B4-BE49-F238E27FC236}">
                <a16:creationId xmlns:a16="http://schemas.microsoft.com/office/drawing/2014/main" id="{AF9EDA4A-0952-2B60-29D1-762318C2D7D9}"/>
              </a:ext>
            </a:extLst>
          </p:cNvPr>
          <p:cNvSpPr>
            <a:spLocks noGrp="1"/>
          </p:cNvSpPr>
          <p:nvPr>
            <p:ph type="sldNum" sz="quarter" idx="12"/>
          </p:nvPr>
        </p:nvSpPr>
        <p:spPr/>
        <p:txBody>
          <a:bodyPr/>
          <a:lstStyle/>
          <a:p>
            <a:fld id="{D57F1E4F-1CFF-5643-939E-217C01CDF565}" type="slidenum">
              <a:rPr lang="en-US" smtClean="0"/>
              <a:pPr/>
              <a:t>8</a:t>
            </a:fld>
            <a:endParaRPr lang="en-US" dirty="0"/>
          </a:p>
        </p:txBody>
      </p:sp>
    </p:spTree>
    <p:extLst>
      <p:ext uri="{BB962C8B-B14F-4D97-AF65-F5344CB8AC3E}">
        <p14:creationId xmlns:p14="http://schemas.microsoft.com/office/powerpoint/2010/main" val="31206956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7119E11-2E84-1470-E095-CE1550FE354A}"/>
              </a:ext>
            </a:extLst>
          </p:cNvPr>
          <p:cNvSpPr>
            <a:spLocks noChangeArrowheads="1"/>
          </p:cNvSpPr>
          <p:nvPr/>
        </p:nvSpPr>
        <p:spPr bwMode="auto">
          <a:xfrm>
            <a:off x="170281" y="1029190"/>
            <a:ext cx="11284299"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1" i="0" u="none" strike="noStrike" cap="none" normalizeH="0" baseline="0" dirty="0">
                <a:ln>
                  <a:noFill/>
                </a:ln>
                <a:solidFill>
                  <a:schemeClr val="tx1"/>
                </a:solidFill>
                <a:effectLst/>
                <a:highlight>
                  <a:srgbClr val="FFFF00"/>
                </a:highlight>
                <a:latin typeface="Arial" panose="020B0604020202020204" pitchFamily="34" charset="0"/>
              </a:rPr>
              <a:t>Personal Growth</a:t>
            </a:r>
            <a:r>
              <a:rPr kumimoji="0" lang="en-US" altLang="en-US" sz="3200" b="0" i="0" u="none" strike="noStrike" cap="none" normalizeH="0" baseline="0" dirty="0">
                <a:ln>
                  <a:noFill/>
                </a:ln>
                <a:solidFill>
                  <a:schemeClr val="tx1"/>
                </a:solidFill>
                <a:effectLst/>
                <a:highlight>
                  <a:srgbClr val="FFFF00"/>
                </a:highlight>
                <a:latin typeface="Arial" panose="020B0604020202020204" pitchFamily="34" charset="0"/>
              </a:rPr>
              <a:t>: </a:t>
            </a:r>
            <a:r>
              <a:rPr kumimoji="0" lang="en-US" altLang="en-US" sz="3200" b="0" i="0" u="none" strike="noStrike" cap="none" normalizeH="0" baseline="0" dirty="0">
                <a:ln>
                  <a:noFill/>
                </a:ln>
                <a:solidFill>
                  <a:schemeClr val="tx1"/>
                </a:solidFill>
                <a:effectLst/>
                <a:latin typeface="Arial" panose="020B0604020202020204" pitchFamily="34" charset="0"/>
              </a:rPr>
              <a:t>Critical thinking promotes self-reflection and helps individuals recognize their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strengths, weaknesses, and areas for improvement. This fosters a mindset of continuous learning and growth.</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1" i="0" u="none" strike="noStrike" cap="none" normalizeH="0" baseline="0" dirty="0">
                <a:ln>
                  <a:noFill/>
                </a:ln>
                <a:solidFill>
                  <a:schemeClr val="tx1"/>
                </a:solidFill>
                <a:effectLst/>
                <a:highlight>
                  <a:srgbClr val="FFFF00"/>
                </a:highlight>
                <a:latin typeface="Arial" panose="020B0604020202020204" pitchFamily="34" charset="0"/>
              </a:rPr>
              <a:t>Improved Emotional Intelligence</a:t>
            </a:r>
            <a:r>
              <a:rPr kumimoji="0" lang="en-US" altLang="en-US" sz="3200" b="0" i="0" u="none" strike="noStrike" cap="none" normalizeH="0" baseline="0" dirty="0">
                <a:ln>
                  <a:noFill/>
                </a:ln>
                <a:solidFill>
                  <a:schemeClr val="tx1"/>
                </a:solidFill>
                <a:effectLst/>
                <a:highlight>
                  <a:srgbClr val="FFFF00"/>
                </a:highlight>
                <a:latin typeface="Arial" panose="020B0604020202020204" pitchFamily="34" charset="0"/>
              </a:rPr>
              <a:t>: </a:t>
            </a:r>
            <a:r>
              <a:rPr kumimoji="0" lang="en-US" altLang="en-US" sz="3200" b="0" i="0" u="none" strike="noStrike" cap="none" normalizeH="0" baseline="0" dirty="0">
                <a:ln>
                  <a:noFill/>
                </a:ln>
                <a:solidFill>
                  <a:schemeClr val="tx1"/>
                </a:solidFill>
                <a:effectLst/>
                <a:latin typeface="Arial" panose="020B0604020202020204" pitchFamily="34" charset="0"/>
              </a:rPr>
              <a:t>Critical thinkers are often better at understanding and managing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emotions—both their own and others'. This heightened emotional intelligence can lead to stronger relationships,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empathy, and resilience in challenging situations</a:t>
            </a:r>
          </a:p>
        </p:txBody>
      </p:sp>
      <p:sp>
        <p:nvSpPr>
          <p:cNvPr id="3" name="Footer Placeholder 2">
            <a:extLst>
              <a:ext uri="{FF2B5EF4-FFF2-40B4-BE49-F238E27FC236}">
                <a16:creationId xmlns:a16="http://schemas.microsoft.com/office/drawing/2014/main" id="{7B99C988-11A1-1A71-4EAD-A8DD28204C6A}"/>
              </a:ext>
            </a:extLst>
          </p:cNvPr>
          <p:cNvSpPr>
            <a:spLocks noGrp="1"/>
          </p:cNvSpPr>
          <p:nvPr>
            <p:ph type="ftr" sz="quarter" idx="11"/>
          </p:nvPr>
        </p:nvSpPr>
        <p:spPr/>
        <p:txBody>
          <a:bodyPr/>
          <a:lstStyle/>
          <a:p>
            <a:r>
              <a:rPr lang="en-US" dirty="0"/>
              <a:t>Madhuri Ma'am notes</a:t>
            </a:r>
          </a:p>
        </p:txBody>
      </p:sp>
      <p:sp>
        <p:nvSpPr>
          <p:cNvPr id="4" name="Slide Number Placeholder 3">
            <a:extLst>
              <a:ext uri="{FF2B5EF4-FFF2-40B4-BE49-F238E27FC236}">
                <a16:creationId xmlns:a16="http://schemas.microsoft.com/office/drawing/2014/main" id="{FD254162-3865-0B09-EAD4-201E1601D9F8}"/>
              </a:ext>
            </a:extLst>
          </p:cNvPr>
          <p:cNvSpPr>
            <a:spLocks noGrp="1"/>
          </p:cNvSpPr>
          <p:nvPr>
            <p:ph type="sldNum" sz="quarter" idx="12"/>
          </p:nvPr>
        </p:nvSpPr>
        <p:spPr/>
        <p:txBody>
          <a:bodyPr/>
          <a:lstStyle/>
          <a:p>
            <a:fld id="{D57F1E4F-1CFF-5643-939E-217C01CDF565}" type="slidenum">
              <a:rPr lang="en-US" smtClean="0"/>
              <a:pPr/>
              <a:t>9</a:t>
            </a:fld>
            <a:endParaRPr lang="en-US" dirty="0"/>
          </a:p>
        </p:txBody>
      </p:sp>
    </p:spTree>
    <p:extLst>
      <p:ext uri="{BB962C8B-B14F-4D97-AF65-F5344CB8AC3E}">
        <p14:creationId xmlns:p14="http://schemas.microsoft.com/office/powerpoint/2010/main" val="1520677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776DD53-0525-2F52-38B1-2744DF64850E}"/>
              </a:ext>
            </a:extLst>
          </p:cNvPr>
          <p:cNvSpPr txBox="1"/>
          <p:nvPr/>
        </p:nvSpPr>
        <p:spPr>
          <a:xfrm>
            <a:off x="491612" y="660909"/>
            <a:ext cx="8760543" cy="769441"/>
          </a:xfrm>
          <a:prstGeom prst="rect">
            <a:avLst/>
          </a:prstGeom>
          <a:noFill/>
        </p:spPr>
        <p:txBody>
          <a:bodyPr wrap="square">
            <a:spAutoFit/>
          </a:bodyPr>
          <a:lstStyle/>
          <a:p>
            <a:r>
              <a:rPr lang="en-US" sz="4400" dirty="0">
                <a:highlight>
                  <a:srgbClr val="00FF00"/>
                </a:highlight>
              </a:rPr>
              <a:t>5.3 What is Lateral Thinking</a:t>
            </a:r>
          </a:p>
        </p:txBody>
      </p:sp>
      <p:sp>
        <p:nvSpPr>
          <p:cNvPr id="5" name="TextBox 4">
            <a:extLst>
              <a:ext uri="{FF2B5EF4-FFF2-40B4-BE49-F238E27FC236}">
                <a16:creationId xmlns:a16="http://schemas.microsoft.com/office/drawing/2014/main" id="{81AEE38F-7302-609A-F6FD-C606C4EF33C4}"/>
              </a:ext>
            </a:extLst>
          </p:cNvPr>
          <p:cNvSpPr txBox="1"/>
          <p:nvPr/>
        </p:nvSpPr>
        <p:spPr>
          <a:xfrm>
            <a:off x="1494502" y="1595021"/>
            <a:ext cx="9114503" cy="3970318"/>
          </a:xfrm>
          <a:prstGeom prst="rect">
            <a:avLst/>
          </a:prstGeom>
          <a:noFill/>
        </p:spPr>
        <p:txBody>
          <a:bodyPr wrap="square">
            <a:spAutoFit/>
          </a:bodyPr>
          <a:lstStyle/>
          <a:p>
            <a:pPr algn="just"/>
            <a:r>
              <a:rPr lang="en-US" sz="2800" b="0" i="0" dirty="0">
                <a:solidFill>
                  <a:srgbClr val="0F0F0F"/>
                </a:solidFill>
                <a:effectLst/>
                <a:latin typeface="Söhne"/>
              </a:rPr>
              <a:t>Lateral thinking is a term coined by </a:t>
            </a:r>
            <a:r>
              <a:rPr lang="en-US" sz="2800" b="1" i="0" dirty="0">
                <a:solidFill>
                  <a:srgbClr val="00B050"/>
                </a:solidFill>
                <a:effectLst/>
                <a:latin typeface="Söhne"/>
              </a:rPr>
              <a:t>Edward de Bono</a:t>
            </a:r>
            <a:r>
              <a:rPr lang="en-US" sz="2800" b="0" i="0" dirty="0">
                <a:solidFill>
                  <a:srgbClr val="0F0F0F"/>
                </a:solidFill>
                <a:effectLst/>
                <a:latin typeface="Söhne"/>
              </a:rPr>
              <a:t>, a Maltese physician, psychologist, and author, to describe a method of </a:t>
            </a:r>
            <a:r>
              <a:rPr lang="en-US" sz="2800" b="1" i="0" dirty="0">
                <a:solidFill>
                  <a:srgbClr val="0F0F0F"/>
                </a:solidFill>
                <a:effectLst/>
                <a:latin typeface="Söhne"/>
              </a:rPr>
              <a:t>problem-solving</a:t>
            </a:r>
            <a:r>
              <a:rPr lang="en-US" sz="2800" b="0" i="0" dirty="0">
                <a:solidFill>
                  <a:srgbClr val="0F0F0F"/>
                </a:solidFill>
                <a:effectLst/>
                <a:latin typeface="Söhne"/>
              </a:rPr>
              <a:t> that involves approaching issues from a unique and </a:t>
            </a:r>
            <a:r>
              <a:rPr lang="en-US" sz="2800" b="1" i="0" dirty="0">
                <a:solidFill>
                  <a:srgbClr val="0F0F0F"/>
                </a:solidFill>
                <a:effectLst/>
                <a:highlight>
                  <a:srgbClr val="FFFF00"/>
                </a:highlight>
                <a:latin typeface="Söhne"/>
              </a:rPr>
              <a:t>unconventional perspective</a:t>
            </a:r>
            <a:r>
              <a:rPr lang="en-US" sz="2800" b="0" i="0" dirty="0">
                <a:solidFill>
                  <a:srgbClr val="0F0F0F"/>
                </a:solidFill>
                <a:effectLst/>
                <a:latin typeface="Söhne"/>
              </a:rPr>
              <a:t>. </a:t>
            </a:r>
          </a:p>
          <a:p>
            <a:pPr algn="just"/>
            <a:endParaRPr lang="en-US" sz="2800" b="0" i="0" dirty="0">
              <a:solidFill>
                <a:srgbClr val="0F0F0F"/>
              </a:solidFill>
              <a:effectLst/>
              <a:latin typeface="Söhne"/>
            </a:endParaRPr>
          </a:p>
          <a:p>
            <a:pPr algn="just"/>
            <a:r>
              <a:rPr lang="en-US" sz="2800" b="0" i="0" dirty="0">
                <a:solidFill>
                  <a:srgbClr val="0F0F0F"/>
                </a:solidFill>
                <a:effectLst/>
                <a:latin typeface="Söhne"/>
              </a:rPr>
              <a:t>Unlike vertical or logical thinking, which follows a traditional step-by-step process, lateral thinking involves disrupting established patterns of thought and </a:t>
            </a:r>
            <a:r>
              <a:rPr lang="en-US" sz="2800" b="1" i="0" dirty="0">
                <a:solidFill>
                  <a:srgbClr val="00B050"/>
                </a:solidFill>
                <a:effectLst/>
                <a:latin typeface="Söhne"/>
              </a:rPr>
              <a:t>exploring creative, "sideways" solutions to problems.</a:t>
            </a:r>
            <a:endParaRPr lang="en-IN" sz="2800" b="1" dirty="0">
              <a:solidFill>
                <a:srgbClr val="00B050"/>
              </a:solidFill>
            </a:endParaRPr>
          </a:p>
        </p:txBody>
      </p:sp>
      <p:sp>
        <p:nvSpPr>
          <p:cNvPr id="2" name="Footer Placeholder 1">
            <a:extLst>
              <a:ext uri="{FF2B5EF4-FFF2-40B4-BE49-F238E27FC236}">
                <a16:creationId xmlns:a16="http://schemas.microsoft.com/office/drawing/2014/main" id="{69B0B5C8-9A7A-5DB2-8656-4BC29D763CA8}"/>
              </a:ext>
            </a:extLst>
          </p:cNvPr>
          <p:cNvSpPr>
            <a:spLocks noGrp="1"/>
          </p:cNvSpPr>
          <p:nvPr>
            <p:ph type="ftr" sz="quarter" idx="11"/>
          </p:nvPr>
        </p:nvSpPr>
        <p:spPr/>
        <p:txBody>
          <a:bodyPr/>
          <a:lstStyle/>
          <a:p>
            <a:r>
              <a:rPr lang="en-US"/>
              <a:t>Madhuri Ma'am notes</a:t>
            </a:r>
            <a:endParaRPr lang="en-US" dirty="0"/>
          </a:p>
        </p:txBody>
      </p:sp>
      <p:sp>
        <p:nvSpPr>
          <p:cNvPr id="4" name="Slide Number Placeholder 3">
            <a:extLst>
              <a:ext uri="{FF2B5EF4-FFF2-40B4-BE49-F238E27FC236}">
                <a16:creationId xmlns:a16="http://schemas.microsoft.com/office/drawing/2014/main" id="{A5303B64-D59D-F180-1EBB-C5ECC248FA8A}"/>
              </a:ext>
            </a:extLst>
          </p:cNvPr>
          <p:cNvSpPr>
            <a:spLocks noGrp="1"/>
          </p:cNvSpPr>
          <p:nvPr>
            <p:ph type="sldNum" sz="quarter" idx="12"/>
          </p:nvPr>
        </p:nvSpPr>
        <p:spPr/>
        <p:txBody>
          <a:bodyPr/>
          <a:lstStyle/>
          <a:p>
            <a:fld id="{D57F1E4F-1CFF-5643-939E-217C01CDF565}" type="slidenum">
              <a:rPr lang="en-US" smtClean="0"/>
              <a:pPr/>
              <a:t>10</a:t>
            </a:fld>
            <a:endParaRPr lang="en-US" dirty="0"/>
          </a:p>
        </p:txBody>
      </p:sp>
    </p:spTree>
    <p:extLst>
      <p:ext uri="{BB962C8B-B14F-4D97-AF65-F5344CB8AC3E}">
        <p14:creationId xmlns:p14="http://schemas.microsoft.com/office/powerpoint/2010/main" val="38307888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F506A67-3C33-BB77-94EF-20D38B3FEE34}"/>
              </a:ext>
            </a:extLst>
          </p:cNvPr>
          <p:cNvPicPr>
            <a:picLocks noChangeAspect="1"/>
          </p:cNvPicPr>
          <p:nvPr/>
        </p:nvPicPr>
        <p:blipFill>
          <a:blip r:embed="rId2"/>
          <a:stretch>
            <a:fillRect/>
          </a:stretch>
        </p:blipFill>
        <p:spPr>
          <a:xfrm>
            <a:off x="1471783" y="1136705"/>
            <a:ext cx="9248434" cy="4584589"/>
          </a:xfrm>
          <a:prstGeom prst="rect">
            <a:avLst/>
          </a:prstGeom>
        </p:spPr>
      </p:pic>
      <p:sp>
        <p:nvSpPr>
          <p:cNvPr id="3" name="Footer Placeholder 2">
            <a:extLst>
              <a:ext uri="{FF2B5EF4-FFF2-40B4-BE49-F238E27FC236}">
                <a16:creationId xmlns:a16="http://schemas.microsoft.com/office/drawing/2014/main" id="{23B95CD1-97E6-BFD7-616B-A295EB41BB87}"/>
              </a:ext>
            </a:extLst>
          </p:cNvPr>
          <p:cNvSpPr>
            <a:spLocks noGrp="1"/>
          </p:cNvSpPr>
          <p:nvPr>
            <p:ph type="ftr" sz="quarter" idx="11"/>
          </p:nvPr>
        </p:nvSpPr>
        <p:spPr/>
        <p:txBody>
          <a:bodyPr/>
          <a:lstStyle/>
          <a:p>
            <a:r>
              <a:rPr lang="en-US"/>
              <a:t>Madhuri Ma'am notes</a:t>
            </a:r>
            <a:endParaRPr lang="en-US" dirty="0"/>
          </a:p>
        </p:txBody>
      </p:sp>
      <p:sp>
        <p:nvSpPr>
          <p:cNvPr id="4" name="Slide Number Placeholder 3">
            <a:extLst>
              <a:ext uri="{FF2B5EF4-FFF2-40B4-BE49-F238E27FC236}">
                <a16:creationId xmlns:a16="http://schemas.microsoft.com/office/drawing/2014/main" id="{3B9C46FD-4863-C467-1786-6C1C3B2461BF}"/>
              </a:ext>
            </a:extLst>
          </p:cNvPr>
          <p:cNvSpPr>
            <a:spLocks noGrp="1"/>
          </p:cNvSpPr>
          <p:nvPr>
            <p:ph type="sldNum" sz="quarter" idx="12"/>
          </p:nvPr>
        </p:nvSpPr>
        <p:spPr/>
        <p:txBody>
          <a:bodyPr/>
          <a:lstStyle/>
          <a:p>
            <a:fld id="{D57F1E4F-1CFF-5643-939E-217C01CDF565}" type="slidenum">
              <a:rPr lang="en-US" smtClean="0"/>
              <a:pPr/>
              <a:t>11</a:t>
            </a:fld>
            <a:endParaRPr lang="en-US" dirty="0"/>
          </a:p>
        </p:txBody>
      </p:sp>
    </p:spTree>
    <p:extLst>
      <p:ext uri="{BB962C8B-B14F-4D97-AF65-F5344CB8AC3E}">
        <p14:creationId xmlns:p14="http://schemas.microsoft.com/office/powerpoint/2010/main" val="15907428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2EC90DA-ACAE-2378-5EFC-53D36ADE6E37}"/>
              </a:ext>
            </a:extLst>
          </p:cNvPr>
          <p:cNvPicPr>
            <a:picLocks noChangeAspect="1"/>
          </p:cNvPicPr>
          <p:nvPr/>
        </p:nvPicPr>
        <p:blipFill>
          <a:blip r:embed="rId2"/>
          <a:stretch>
            <a:fillRect/>
          </a:stretch>
        </p:blipFill>
        <p:spPr>
          <a:xfrm>
            <a:off x="501181" y="504983"/>
            <a:ext cx="10874742" cy="6117042"/>
          </a:xfrm>
          <a:prstGeom prst="rect">
            <a:avLst/>
          </a:prstGeom>
        </p:spPr>
      </p:pic>
      <p:sp>
        <p:nvSpPr>
          <p:cNvPr id="3" name="Footer Placeholder 2">
            <a:extLst>
              <a:ext uri="{FF2B5EF4-FFF2-40B4-BE49-F238E27FC236}">
                <a16:creationId xmlns:a16="http://schemas.microsoft.com/office/drawing/2014/main" id="{06566C4F-0FA6-4A15-84C7-2E2A629E1160}"/>
              </a:ext>
            </a:extLst>
          </p:cNvPr>
          <p:cNvSpPr>
            <a:spLocks noGrp="1"/>
          </p:cNvSpPr>
          <p:nvPr>
            <p:ph type="ftr" sz="quarter" idx="11"/>
          </p:nvPr>
        </p:nvSpPr>
        <p:spPr/>
        <p:txBody>
          <a:bodyPr/>
          <a:lstStyle/>
          <a:p>
            <a:r>
              <a:rPr lang="en-US"/>
              <a:t>Madhuri Ma'am notes</a:t>
            </a:r>
            <a:endParaRPr lang="en-US" dirty="0"/>
          </a:p>
        </p:txBody>
      </p:sp>
      <p:sp>
        <p:nvSpPr>
          <p:cNvPr id="4" name="Slide Number Placeholder 3">
            <a:extLst>
              <a:ext uri="{FF2B5EF4-FFF2-40B4-BE49-F238E27FC236}">
                <a16:creationId xmlns:a16="http://schemas.microsoft.com/office/drawing/2014/main" id="{FA598245-810E-48F8-8769-CAA88F2BFA44}"/>
              </a:ext>
            </a:extLst>
          </p:cNvPr>
          <p:cNvSpPr>
            <a:spLocks noGrp="1"/>
          </p:cNvSpPr>
          <p:nvPr>
            <p:ph type="sldNum" sz="quarter" idx="12"/>
          </p:nvPr>
        </p:nvSpPr>
        <p:spPr/>
        <p:txBody>
          <a:bodyPr/>
          <a:lstStyle/>
          <a:p>
            <a:fld id="{D57F1E4F-1CFF-5643-939E-217C01CDF565}" type="slidenum">
              <a:rPr lang="en-US" smtClean="0"/>
              <a:pPr/>
              <a:t>12</a:t>
            </a:fld>
            <a:endParaRPr lang="en-US" dirty="0"/>
          </a:p>
        </p:txBody>
      </p:sp>
    </p:spTree>
    <p:extLst>
      <p:ext uri="{BB962C8B-B14F-4D97-AF65-F5344CB8AC3E}">
        <p14:creationId xmlns:p14="http://schemas.microsoft.com/office/powerpoint/2010/main" val="19456547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D47E50A-92EC-AC88-CF12-A6434E81FD8D}"/>
              </a:ext>
            </a:extLst>
          </p:cNvPr>
          <p:cNvPicPr>
            <a:picLocks noChangeAspect="1"/>
          </p:cNvPicPr>
          <p:nvPr/>
        </p:nvPicPr>
        <p:blipFill>
          <a:blip r:embed="rId2"/>
          <a:stretch>
            <a:fillRect/>
          </a:stretch>
        </p:blipFill>
        <p:spPr>
          <a:xfrm>
            <a:off x="550341" y="711461"/>
            <a:ext cx="10412627" cy="5857102"/>
          </a:xfrm>
          <a:prstGeom prst="rect">
            <a:avLst/>
          </a:prstGeom>
        </p:spPr>
      </p:pic>
      <p:sp>
        <p:nvSpPr>
          <p:cNvPr id="3" name="Footer Placeholder 2">
            <a:extLst>
              <a:ext uri="{FF2B5EF4-FFF2-40B4-BE49-F238E27FC236}">
                <a16:creationId xmlns:a16="http://schemas.microsoft.com/office/drawing/2014/main" id="{2B5B2B48-A58B-8250-3786-E9B9E6CA9F21}"/>
              </a:ext>
            </a:extLst>
          </p:cNvPr>
          <p:cNvSpPr>
            <a:spLocks noGrp="1"/>
          </p:cNvSpPr>
          <p:nvPr>
            <p:ph type="ftr" sz="quarter" idx="11"/>
          </p:nvPr>
        </p:nvSpPr>
        <p:spPr/>
        <p:txBody>
          <a:bodyPr/>
          <a:lstStyle/>
          <a:p>
            <a:r>
              <a:rPr lang="en-US"/>
              <a:t>Madhuri Ma'am notes</a:t>
            </a:r>
            <a:endParaRPr lang="en-US" dirty="0"/>
          </a:p>
        </p:txBody>
      </p:sp>
      <p:sp>
        <p:nvSpPr>
          <p:cNvPr id="4" name="Slide Number Placeholder 3">
            <a:extLst>
              <a:ext uri="{FF2B5EF4-FFF2-40B4-BE49-F238E27FC236}">
                <a16:creationId xmlns:a16="http://schemas.microsoft.com/office/drawing/2014/main" id="{FC5F62D5-4EDA-3407-37ED-229C0D4FAA83}"/>
              </a:ext>
            </a:extLst>
          </p:cNvPr>
          <p:cNvSpPr>
            <a:spLocks noGrp="1"/>
          </p:cNvSpPr>
          <p:nvPr>
            <p:ph type="sldNum" sz="quarter" idx="12"/>
          </p:nvPr>
        </p:nvSpPr>
        <p:spPr/>
        <p:txBody>
          <a:bodyPr/>
          <a:lstStyle/>
          <a:p>
            <a:fld id="{D57F1E4F-1CFF-5643-939E-217C01CDF565}" type="slidenum">
              <a:rPr lang="en-US" smtClean="0"/>
              <a:pPr/>
              <a:t>13</a:t>
            </a:fld>
            <a:endParaRPr lang="en-US" dirty="0"/>
          </a:p>
        </p:txBody>
      </p:sp>
    </p:spTree>
    <p:extLst>
      <p:ext uri="{BB962C8B-B14F-4D97-AF65-F5344CB8AC3E}">
        <p14:creationId xmlns:p14="http://schemas.microsoft.com/office/powerpoint/2010/main" val="21511170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FF90A87-D3C7-40C2-448B-AFBC4426798D}"/>
              </a:ext>
            </a:extLst>
          </p:cNvPr>
          <p:cNvPicPr>
            <a:picLocks noChangeAspect="1"/>
          </p:cNvPicPr>
          <p:nvPr/>
        </p:nvPicPr>
        <p:blipFill>
          <a:blip r:embed="rId2"/>
          <a:stretch>
            <a:fillRect/>
          </a:stretch>
        </p:blipFill>
        <p:spPr>
          <a:xfrm>
            <a:off x="717490" y="760621"/>
            <a:ext cx="10737091" cy="6039613"/>
          </a:xfrm>
          <a:prstGeom prst="rect">
            <a:avLst/>
          </a:prstGeom>
        </p:spPr>
      </p:pic>
      <p:sp>
        <p:nvSpPr>
          <p:cNvPr id="3" name="Footer Placeholder 2">
            <a:extLst>
              <a:ext uri="{FF2B5EF4-FFF2-40B4-BE49-F238E27FC236}">
                <a16:creationId xmlns:a16="http://schemas.microsoft.com/office/drawing/2014/main" id="{9D4EE614-E01B-1E89-5331-14658E5E678F}"/>
              </a:ext>
            </a:extLst>
          </p:cNvPr>
          <p:cNvSpPr>
            <a:spLocks noGrp="1"/>
          </p:cNvSpPr>
          <p:nvPr>
            <p:ph type="ftr" sz="quarter" idx="11"/>
          </p:nvPr>
        </p:nvSpPr>
        <p:spPr/>
        <p:txBody>
          <a:bodyPr/>
          <a:lstStyle/>
          <a:p>
            <a:r>
              <a:rPr lang="en-US"/>
              <a:t>Madhuri Ma'am notes</a:t>
            </a:r>
            <a:endParaRPr lang="en-US" dirty="0"/>
          </a:p>
        </p:txBody>
      </p:sp>
      <p:sp>
        <p:nvSpPr>
          <p:cNvPr id="4" name="Slide Number Placeholder 3">
            <a:extLst>
              <a:ext uri="{FF2B5EF4-FFF2-40B4-BE49-F238E27FC236}">
                <a16:creationId xmlns:a16="http://schemas.microsoft.com/office/drawing/2014/main" id="{668ADBB0-F5BF-97DF-C2D9-C0456E42B2A9}"/>
              </a:ext>
            </a:extLst>
          </p:cNvPr>
          <p:cNvSpPr>
            <a:spLocks noGrp="1"/>
          </p:cNvSpPr>
          <p:nvPr>
            <p:ph type="sldNum" sz="quarter" idx="12"/>
          </p:nvPr>
        </p:nvSpPr>
        <p:spPr/>
        <p:txBody>
          <a:bodyPr/>
          <a:lstStyle/>
          <a:p>
            <a:fld id="{D57F1E4F-1CFF-5643-939E-217C01CDF565}" type="slidenum">
              <a:rPr lang="en-US" smtClean="0"/>
              <a:pPr/>
              <a:t>14</a:t>
            </a:fld>
            <a:endParaRPr lang="en-US" dirty="0"/>
          </a:p>
        </p:txBody>
      </p:sp>
    </p:spTree>
    <p:extLst>
      <p:ext uri="{BB962C8B-B14F-4D97-AF65-F5344CB8AC3E}">
        <p14:creationId xmlns:p14="http://schemas.microsoft.com/office/powerpoint/2010/main" val="35430939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ABB6A50-42DD-36CC-9F7B-59CE558DB07F}"/>
              </a:ext>
            </a:extLst>
          </p:cNvPr>
          <p:cNvPicPr>
            <a:picLocks noChangeAspect="1"/>
          </p:cNvPicPr>
          <p:nvPr/>
        </p:nvPicPr>
        <p:blipFill>
          <a:blip r:embed="rId2"/>
          <a:stretch>
            <a:fillRect/>
          </a:stretch>
        </p:blipFill>
        <p:spPr>
          <a:xfrm>
            <a:off x="973129" y="868777"/>
            <a:ext cx="10373297" cy="5834980"/>
          </a:xfrm>
          <a:prstGeom prst="rect">
            <a:avLst/>
          </a:prstGeom>
        </p:spPr>
      </p:pic>
      <p:sp>
        <p:nvSpPr>
          <p:cNvPr id="3" name="Footer Placeholder 2">
            <a:extLst>
              <a:ext uri="{FF2B5EF4-FFF2-40B4-BE49-F238E27FC236}">
                <a16:creationId xmlns:a16="http://schemas.microsoft.com/office/drawing/2014/main" id="{8EAF3876-5A14-06C4-0A89-77BB47D409DB}"/>
              </a:ext>
            </a:extLst>
          </p:cNvPr>
          <p:cNvSpPr>
            <a:spLocks noGrp="1"/>
          </p:cNvSpPr>
          <p:nvPr>
            <p:ph type="ftr" sz="quarter" idx="11"/>
          </p:nvPr>
        </p:nvSpPr>
        <p:spPr/>
        <p:txBody>
          <a:bodyPr/>
          <a:lstStyle/>
          <a:p>
            <a:r>
              <a:rPr lang="en-US"/>
              <a:t>Madhuri Ma'am notes</a:t>
            </a:r>
            <a:endParaRPr lang="en-US" dirty="0"/>
          </a:p>
        </p:txBody>
      </p:sp>
      <p:sp>
        <p:nvSpPr>
          <p:cNvPr id="4" name="Slide Number Placeholder 3">
            <a:extLst>
              <a:ext uri="{FF2B5EF4-FFF2-40B4-BE49-F238E27FC236}">
                <a16:creationId xmlns:a16="http://schemas.microsoft.com/office/drawing/2014/main" id="{B2712A04-427E-FA07-51D3-03B73813616F}"/>
              </a:ext>
            </a:extLst>
          </p:cNvPr>
          <p:cNvSpPr>
            <a:spLocks noGrp="1"/>
          </p:cNvSpPr>
          <p:nvPr>
            <p:ph type="sldNum" sz="quarter" idx="12"/>
          </p:nvPr>
        </p:nvSpPr>
        <p:spPr/>
        <p:txBody>
          <a:bodyPr/>
          <a:lstStyle/>
          <a:p>
            <a:fld id="{D57F1E4F-1CFF-5643-939E-217C01CDF565}" type="slidenum">
              <a:rPr lang="en-US" smtClean="0"/>
              <a:pPr/>
              <a:t>15</a:t>
            </a:fld>
            <a:endParaRPr lang="en-US" dirty="0"/>
          </a:p>
        </p:txBody>
      </p:sp>
    </p:spTree>
    <p:extLst>
      <p:ext uri="{BB962C8B-B14F-4D97-AF65-F5344CB8AC3E}">
        <p14:creationId xmlns:p14="http://schemas.microsoft.com/office/powerpoint/2010/main" val="36967469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F190387-880D-858A-B2A4-4FA712F7910D}"/>
              </a:ext>
            </a:extLst>
          </p:cNvPr>
          <p:cNvPicPr>
            <a:picLocks noChangeAspect="1"/>
          </p:cNvPicPr>
          <p:nvPr/>
        </p:nvPicPr>
        <p:blipFill>
          <a:blip r:embed="rId2"/>
          <a:stretch>
            <a:fillRect/>
          </a:stretch>
        </p:blipFill>
        <p:spPr>
          <a:xfrm>
            <a:off x="35136" y="1187599"/>
            <a:ext cx="12156864" cy="4721585"/>
          </a:xfrm>
          <a:prstGeom prst="rect">
            <a:avLst/>
          </a:prstGeom>
        </p:spPr>
      </p:pic>
      <p:sp>
        <p:nvSpPr>
          <p:cNvPr id="2" name="Rectangle 1">
            <a:extLst>
              <a:ext uri="{FF2B5EF4-FFF2-40B4-BE49-F238E27FC236}">
                <a16:creationId xmlns:a16="http://schemas.microsoft.com/office/drawing/2014/main" id="{569D67CE-781C-F028-C5F8-AF944772FA51}"/>
              </a:ext>
            </a:extLst>
          </p:cNvPr>
          <p:cNvSpPr/>
          <p:nvPr/>
        </p:nvSpPr>
        <p:spPr>
          <a:xfrm>
            <a:off x="429224" y="264269"/>
            <a:ext cx="11333552" cy="923330"/>
          </a:xfrm>
          <a:prstGeom prst="rect">
            <a:avLst/>
          </a:prstGeom>
          <a:noFill/>
        </p:spPr>
        <p:txBody>
          <a:bodyPr wrap="none" lIns="91440" tIns="45720" rIns="91440" bIns="45720">
            <a:spAutoFit/>
          </a:bodyPr>
          <a:lstStyle/>
          <a:p>
            <a:pPr algn="ctr"/>
            <a:r>
              <a:rPr lang="en-US" sz="54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Critical thinking vs lateral thinking</a:t>
            </a:r>
            <a:endParaRPr lang="en-US"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
        <p:nvSpPr>
          <p:cNvPr id="4" name="Footer Placeholder 3">
            <a:extLst>
              <a:ext uri="{FF2B5EF4-FFF2-40B4-BE49-F238E27FC236}">
                <a16:creationId xmlns:a16="http://schemas.microsoft.com/office/drawing/2014/main" id="{CBDE511F-983A-7CEC-1F09-C5CF114DE526}"/>
              </a:ext>
            </a:extLst>
          </p:cNvPr>
          <p:cNvSpPr>
            <a:spLocks noGrp="1"/>
          </p:cNvSpPr>
          <p:nvPr>
            <p:ph type="ftr" sz="quarter" idx="11"/>
          </p:nvPr>
        </p:nvSpPr>
        <p:spPr/>
        <p:txBody>
          <a:bodyPr/>
          <a:lstStyle/>
          <a:p>
            <a:r>
              <a:rPr lang="en-US"/>
              <a:t>Madhuri Ma'am notes</a:t>
            </a:r>
            <a:endParaRPr lang="en-US" dirty="0"/>
          </a:p>
        </p:txBody>
      </p:sp>
      <p:sp>
        <p:nvSpPr>
          <p:cNvPr id="5" name="Slide Number Placeholder 4">
            <a:extLst>
              <a:ext uri="{FF2B5EF4-FFF2-40B4-BE49-F238E27FC236}">
                <a16:creationId xmlns:a16="http://schemas.microsoft.com/office/drawing/2014/main" id="{2B482A02-895F-120E-B5DC-2252A43E5770}"/>
              </a:ext>
            </a:extLst>
          </p:cNvPr>
          <p:cNvSpPr>
            <a:spLocks noGrp="1"/>
          </p:cNvSpPr>
          <p:nvPr>
            <p:ph type="sldNum" sz="quarter" idx="12"/>
          </p:nvPr>
        </p:nvSpPr>
        <p:spPr/>
        <p:txBody>
          <a:bodyPr/>
          <a:lstStyle/>
          <a:p>
            <a:fld id="{D57F1E4F-1CFF-5643-939E-217C01CDF565}" type="slidenum">
              <a:rPr lang="en-US" smtClean="0"/>
              <a:pPr/>
              <a:t>16</a:t>
            </a:fld>
            <a:endParaRPr lang="en-US" dirty="0"/>
          </a:p>
        </p:txBody>
      </p:sp>
    </p:spTree>
    <p:extLst>
      <p:ext uri="{BB962C8B-B14F-4D97-AF65-F5344CB8AC3E}">
        <p14:creationId xmlns:p14="http://schemas.microsoft.com/office/powerpoint/2010/main" val="21743581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7381697-EA65-4E64-F55E-6FD2C78F0948}"/>
              </a:ext>
            </a:extLst>
          </p:cNvPr>
          <p:cNvPicPr>
            <a:picLocks noChangeAspect="1"/>
          </p:cNvPicPr>
          <p:nvPr/>
        </p:nvPicPr>
        <p:blipFill>
          <a:blip r:embed="rId2"/>
          <a:srcRect t="3955"/>
          <a:stretch/>
        </p:blipFill>
        <p:spPr>
          <a:xfrm>
            <a:off x="126874" y="-85"/>
            <a:ext cx="11396531" cy="6858085"/>
          </a:xfrm>
          <a:prstGeom prst="rect">
            <a:avLst/>
          </a:prstGeom>
        </p:spPr>
      </p:pic>
      <p:sp>
        <p:nvSpPr>
          <p:cNvPr id="2" name="Footer Placeholder 1">
            <a:extLst>
              <a:ext uri="{FF2B5EF4-FFF2-40B4-BE49-F238E27FC236}">
                <a16:creationId xmlns:a16="http://schemas.microsoft.com/office/drawing/2014/main" id="{EB01EE5E-9DD2-86ED-4835-05C685FDE4D0}"/>
              </a:ext>
            </a:extLst>
          </p:cNvPr>
          <p:cNvSpPr>
            <a:spLocks noGrp="1"/>
          </p:cNvSpPr>
          <p:nvPr>
            <p:ph type="ftr" sz="quarter" idx="11"/>
          </p:nvPr>
        </p:nvSpPr>
        <p:spPr/>
        <p:txBody>
          <a:bodyPr/>
          <a:lstStyle/>
          <a:p>
            <a:r>
              <a:rPr lang="en-US"/>
              <a:t>Madhuri Ma'am notes</a:t>
            </a:r>
            <a:endParaRPr lang="en-US" dirty="0"/>
          </a:p>
        </p:txBody>
      </p:sp>
      <p:sp>
        <p:nvSpPr>
          <p:cNvPr id="4" name="Slide Number Placeholder 3">
            <a:extLst>
              <a:ext uri="{FF2B5EF4-FFF2-40B4-BE49-F238E27FC236}">
                <a16:creationId xmlns:a16="http://schemas.microsoft.com/office/drawing/2014/main" id="{8B174AAE-13DF-D753-322B-2ABF59CC44EF}"/>
              </a:ext>
            </a:extLst>
          </p:cNvPr>
          <p:cNvSpPr>
            <a:spLocks noGrp="1"/>
          </p:cNvSpPr>
          <p:nvPr>
            <p:ph type="sldNum" sz="quarter" idx="12"/>
          </p:nvPr>
        </p:nvSpPr>
        <p:spPr/>
        <p:txBody>
          <a:bodyPr/>
          <a:lstStyle/>
          <a:p>
            <a:fld id="{D57F1E4F-1CFF-5643-939E-217C01CDF565}" type="slidenum">
              <a:rPr lang="en-US" smtClean="0"/>
              <a:pPr/>
              <a:t>17</a:t>
            </a:fld>
            <a:endParaRPr lang="en-US" dirty="0"/>
          </a:p>
        </p:txBody>
      </p:sp>
    </p:spTree>
    <p:extLst>
      <p:ext uri="{BB962C8B-B14F-4D97-AF65-F5344CB8AC3E}">
        <p14:creationId xmlns:p14="http://schemas.microsoft.com/office/powerpoint/2010/main" val="15086848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13D66CE-C19A-82A2-33DC-19DB9C794CC8}"/>
              </a:ext>
            </a:extLst>
          </p:cNvPr>
          <p:cNvPicPr>
            <a:picLocks noChangeAspect="1"/>
          </p:cNvPicPr>
          <p:nvPr/>
        </p:nvPicPr>
        <p:blipFill>
          <a:blip r:embed="rId2"/>
          <a:stretch>
            <a:fillRect/>
          </a:stretch>
        </p:blipFill>
        <p:spPr>
          <a:xfrm>
            <a:off x="941771" y="85474"/>
            <a:ext cx="10001532" cy="6852065"/>
          </a:xfrm>
          <a:prstGeom prst="rect">
            <a:avLst/>
          </a:prstGeom>
        </p:spPr>
      </p:pic>
      <p:sp>
        <p:nvSpPr>
          <p:cNvPr id="2" name="Footer Placeholder 1">
            <a:extLst>
              <a:ext uri="{FF2B5EF4-FFF2-40B4-BE49-F238E27FC236}">
                <a16:creationId xmlns:a16="http://schemas.microsoft.com/office/drawing/2014/main" id="{D0A0A7C4-3169-0F10-F7D6-8E96A02CA0CC}"/>
              </a:ext>
            </a:extLst>
          </p:cNvPr>
          <p:cNvSpPr>
            <a:spLocks noGrp="1"/>
          </p:cNvSpPr>
          <p:nvPr>
            <p:ph type="ftr" sz="quarter" idx="11"/>
          </p:nvPr>
        </p:nvSpPr>
        <p:spPr/>
        <p:txBody>
          <a:bodyPr/>
          <a:lstStyle/>
          <a:p>
            <a:r>
              <a:rPr lang="en-US"/>
              <a:t>Madhuri Ma'am notes</a:t>
            </a:r>
            <a:endParaRPr lang="en-US" dirty="0"/>
          </a:p>
        </p:txBody>
      </p:sp>
      <p:sp>
        <p:nvSpPr>
          <p:cNvPr id="4" name="Slide Number Placeholder 3">
            <a:extLst>
              <a:ext uri="{FF2B5EF4-FFF2-40B4-BE49-F238E27FC236}">
                <a16:creationId xmlns:a16="http://schemas.microsoft.com/office/drawing/2014/main" id="{F497D018-6630-4AC6-C3F1-FC1C7793CAD2}"/>
              </a:ext>
            </a:extLst>
          </p:cNvPr>
          <p:cNvSpPr>
            <a:spLocks noGrp="1"/>
          </p:cNvSpPr>
          <p:nvPr>
            <p:ph type="sldNum" sz="quarter" idx="12"/>
          </p:nvPr>
        </p:nvSpPr>
        <p:spPr/>
        <p:txBody>
          <a:bodyPr/>
          <a:lstStyle/>
          <a:p>
            <a:fld id="{D57F1E4F-1CFF-5643-939E-217C01CDF565}" type="slidenum">
              <a:rPr lang="en-US" smtClean="0"/>
              <a:pPr/>
              <a:t>18</a:t>
            </a:fld>
            <a:endParaRPr lang="en-US" dirty="0"/>
          </a:p>
        </p:txBody>
      </p:sp>
    </p:spTree>
    <p:extLst>
      <p:ext uri="{BB962C8B-B14F-4D97-AF65-F5344CB8AC3E}">
        <p14:creationId xmlns:p14="http://schemas.microsoft.com/office/powerpoint/2010/main" val="14620320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28B9DA0-4279-0C7A-C037-AE06C034394D}"/>
              </a:ext>
            </a:extLst>
          </p:cNvPr>
          <p:cNvSpPr>
            <a:spLocks noChangeArrowheads="1"/>
          </p:cNvSpPr>
          <p:nvPr/>
        </p:nvSpPr>
        <p:spPr bwMode="auto">
          <a:xfrm rot="10800000" flipV="1">
            <a:off x="491611" y="1618260"/>
            <a:ext cx="11061291"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Ask Questions</a:t>
            </a:r>
            <a:r>
              <a:rPr kumimoji="0" lang="en-US" altLang="en-US" sz="2000" b="0" i="0" u="none" strike="noStrike" cap="none" normalizeH="0" baseline="0" dirty="0">
                <a:ln>
                  <a:noFill/>
                </a:ln>
                <a:solidFill>
                  <a:schemeClr val="tx1"/>
                </a:solidFill>
                <a:effectLst/>
                <a:latin typeface="Arial" panose="020B0604020202020204" pitchFamily="34" charset="0"/>
              </a:rPr>
              <a:t>: Develop curiosity by asking questions to explore issues deeper.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Evaluate Information</a:t>
            </a:r>
            <a:r>
              <a:rPr kumimoji="0" lang="en-US" altLang="en-US" sz="2000" b="0" i="0" u="none" strike="noStrike" cap="none" normalizeH="0" baseline="0" dirty="0">
                <a:ln>
                  <a:noFill/>
                </a:ln>
                <a:solidFill>
                  <a:schemeClr val="tx1"/>
                </a:solidFill>
                <a:effectLst/>
                <a:latin typeface="Arial" panose="020B0604020202020204" pitchFamily="34" charset="0"/>
              </a:rPr>
              <a:t>: Critically assess sources, facts, and evidence before accepting information.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Consider Different Perspectives</a:t>
            </a:r>
            <a:r>
              <a:rPr kumimoji="0" lang="en-US" altLang="en-US" sz="2000" b="0" i="0" u="none" strike="noStrike" cap="none" normalizeH="0" baseline="0" dirty="0">
                <a:ln>
                  <a:noFill/>
                </a:ln>
                <a:solidFill>
                  <a:schemeClr val="tx1"/>
                </a:solidFill>
                <a:effectLst/>
                <a:latin typeface="Arial" panose="020B0604020202020204" pitchFamily="34" charset="0"/>
              </a:rPr>
              <a:t>: Look at situations from multiple viewpoints to avoid biases.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Think Creatively</a:t>
            </a:r>
            <a:r>
              <a:rPr kumimoji="0" lang="en-US" altLang="en-US" sz="2000" b="0" i="0" u="none" strike="noStrike" cap="none" normalizeH="0" baseline="0" dirty="0">
                <a:ln>
                  <a:noFill/>
                </a:ln>
                <a:solidFill>
                  <a:schemeClr val="tx1"/>
                </a:solidFill>
                <a:effectLst/>
                <a:latin typeface="Arial" panose="020B0604020202020204" pitchFamily="34" charset="0"/>
              </a:rPr>
              <a:t>: Use creativity to find alternative solutions and broaden your thought process.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Practice Reflection</a:t>
            </a:r>
            <a:r>
              <a:rPr kumimoji="0" lang="en-US" altLang="en-US" sz="2000" b="0" i="0" u="none" strike="noStrike" cap="none" normalizeH="0" baseline="0" dirty="0">
                <a:ln>
                  <a:noFill/>
                </a:ln>
                <a:solidFill>
                  <a:schemeClr val="tx1"/>
                </a:solidFill>
                <a:effectLst/>
                <a:latin typeface="Arial" panose="020B0604020202020204" pitchFamily="34" charset="0"/>
              </a:rPr>
              <a:t>: Reflect on your thoughts and decisions to understand your reasoning.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Develop Logical Reasoning</a:t>
            </a:r>
            <a:r>
              <a:rPr kumimoji="0" lang="en-US" altLang="en-US" sz="2000" b="0" i="0" u="none" strike="noStrike" cap="none" normalizeH="0" baseline="0" dirty="0">
                <a:ln>
                  <a:noFill/>
                </a:ln>
                <a:solidFill>
                  <a:schemeClr val="tx1"/>
                </a:solidFill>
                <a:effectLst/>
                <a:latin typeface="Arial" panose="020B0604020202020204" pitchFamily="34" charset="0"/>
              </a:rPr>
              <a:t>: Strengthen your ability to form logical connections and conclusions.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Be Open-Minded</a:t>
            </a:r>
            <a:r>
              <a:rPr kumimoji="0" lang="en-US" altLang="en-US" sz="2000" b="0" i="0" u="none" strike="noStrike" cap="none" normalizeH="0" baseline="0" dirty="0">
                <a:ln>
                  <a:noFill/>
                </a:ln>
                <a:solidFill>
                  <a:schemeClr val="tx1"/>
                </a:solidFill>
                <a:effectLst/>
                <a:latin typeface="Arial" panose="020B0604020202020204" pitchFamily="34" charset="0"/>
              </a:rPr>
              <a:t>: Stay receptive to new ideas and willing to change your views if needed.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Seek Feedback</a:t>
            </a:r>
            <a:r>
              <a:rPr kumimoji="0" lang="en-US" altLang="en-US" sz="2000" b="0" i="0" u="none" strike="noStrike" cap="none" normalizeH="0" baseline="0" dirty="0">
                <a:ln>
                  <a:noFill/>
                </a:ln>
                <a:solidFill>
                  <a:schemeClr val="tx1"/>
                </a:solidFill>
                <a:effectLst/>
                <a:latin typeface="Arial" panose="020B0604020202020204" pitchFamily="34" charset="0"/>
              </a:rPr>
              <a:t>: Get others’ opinions to spot areas for improvement and refine your thinking.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Stay Informed</a:t>
            </a:r>
            <a:r>
              <a:rPr kumimoji="0" lang="en-US" altLang="en-US" sz="2000" b="0" i="0" u="none" strike="noStrike" cap="none" normalizeH="0" baseline="0" dirty="0">
                <a:ln>
                  <a:noFill/>
                </a:ln>
                <a:solidFill>
                  <a:schemeClr val="tx1"/>
                </a:solidFill>
                <a:effectLst/>
                <a:latin typeface="Arial" panose="020B0604020202020204" pitchFamily="34" charset="0"/>
              </a:rPr>
              <a:t>: Keep learning and stay updated on current knowledge and developments.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Challenge Yourself</a:t>
            </a:r>
            <a:r>
              <a:rPr kumimoji="0" lang="en-US" altLang="en-US" sz="2000" b="0" i="0" u="none" strike="noStrike" cap="none" normalizeH="0" baseline="0" dirty="0">
                <a:ln>
                  <a:noFill/>
                </a:ln>
                <a:solidFill>
                  <a:schemeClr val="tx1"/>
                </a:solidFill>
                <a:effectLst/>
                <a:latin typeface="Arial" panose="020B0604020202020204" pitchFamily="34" charset="0"/>
              </a:rPr>
              <a:t>: Take on difficult tasks or explore new subjects to push your cognitive limits. </a:t>
            </a:r>
          </a:p>
        </p:txBody>
      </p:sp>
      <p:sp>
        <p:nvSpPr>
          <p:cNvPr id="4" name="TextBox 3">
            <a:extLst>
              <a:ext uri="{FF2B5EF4-FFF2-40B4-BE49-F238E27FC236}">
                <a16:creationId xmlns:a16="http://schemas.microsoft.com/office/drawing/2014/main" id="{339DCA51-F3CE-5494-26DC-B3CFC0886772}"/>
              </a:ext>
            </a:extLst>
          </p:cNvPr>
          <p:cNvSpPr txBox="1"/>
          <p:nvPr/>
        </p:nvSpPr>
        <p:spPr>
          <a:xfrm>
            <a:off x="1779638" y="823146"/>
            <a:ext cx="8268930" cy="646331"/>
          </a:xfrm>
          <a:prstGeom prst="rect">
            <a:avLst/>
          </a:prstGeom>
          <a:noFill/>
        </p:spPr>
        <p:txBody>
          <a:bodyPr wrap="square">
            <a:spAutoFit/>
          </a:bodyPr>
          <a:lstStyle/>
          <a:p>
            <a:r>
              <a:rPr lang="en-US" sz="3600" dirty="0">
                <a:highlight>
                  <a:srgbClr val="00FF00"/>
                </a:highlight>
              </a:rPr>
              <a:t>Ways to improve Critical Thinking</a:t>
            </a:r>
            <a:endParaRPr lang="en-US" sz="3600" dirty="0"/>
          </a:p>
        </p:txBody>
      </p:sp>
      <p:sp>
        <p:nvSpPr>
          <p:cNvPr id="3" name="Footer Placeholder 2">
            <a:extLst>
              <a:ext uri="{FF2B5EF4-FFF2-40B4-BE49-F238E27FC236}">
                <a16:creationId xmlns:a16="http://schemas.microsoft.com/office/drawing/2014/main" id="{E8D22CA1-3A31-B00D-B8B6-7393A1DCE90A}"/>
              </a:ext>
            </a:extLst>
          </p:cNvPr>
          <p:cNvSpPr>
            <a:spLocks noGrp="1"/>
          </p:cNvSpPr>
          <p:nvPr>
            <p:ph type="ftr" sz="quarter" idx="11"/>
          </p:nvPr>
        </p:nvSpPr>
        <p:spPr/>
        <p:txBody>
          <a:bodyPr/>
          <a:lstStyle/>
          <a:p>
            <a:r>
              <a:rPr lang="en-US"/>
              <a:t>Madhuri Ma'am notes</a:t>
            </a:r>
            <a:endParaRPr lang="en-US" dirty="0"/>
          </a:p>
        </p:txBody>
      </p:sp>
      <p:sp>
        <p:nvSpPr>
          <p:cNvPr id="5" name="Slide Number Placeholder 4">
            <a:extLst>
              <a:ext uri="{FF2B5EF4-FFF2-40B4-BE49-F238E27FC236}">
                <a16:creationId xmlns:a16="http://schemas.microsoft.com/office/drawing/2014/main" id="{C0603B81-C18C-AE69-49D5-C4CDE61469EF}"/>
              </a:ext>
            </a:extLst>
          </p:cNvPr>
          <p:cNvSpPr>
            <a:spLocks noGrp="1"/>
          </p:cNvSpPr>
          <p:nvPr>
            <p:ph type="sldNum" sz="quarter" idx="12"/>
          </p:nvPr>
        </p:nvSpPr>
        <p:spPr/>
        <p:txBody>
          <a:bodyPr/>
          <a:lstStyle/>
          <a:p>
            <a:fld id="{D57F1E4F-1CFF-5643-939E-217C01CDF565}" type="slidenum">
              <a:rPr lang="en-US" smtClean="0"/>
              <a:pPr/>
              <a:t>19</a:t>
            </a:fld>
            <a:endParaRPr lang="en-US" dirty="0"/>
          </a:p>
        </p:txBody>
      </p:sp>
    </p:spTree>
    <p:extLst>
      <p:ext uri="{BB962C8B-B14F-4D97-AF65-F5344CB8AC3E}">
        <p14:creationId xmlns:p14="http://schemas.microsoft.com/office/powerpoint/2010/main" val="33846848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084DC84-31DD-8449-519B-5043F3D009C8}"/>
              </a:ext>
            </a:extLst>
          </p:cNvPr>
          <p:cNvSpPr/>
          <p:nvPr/>
        </p:nvSpPr>
        <p:spPr>
          <a:xfrm>
            <a:off x="638791" y="2810019"/>
            <a:ext cx="9626087" cy="1200329"/>
          </a:xfrm>
          <a:prstGeom prst="rect">
            <a:avLst/>
          </a:prstGeom>
          <a:noFill/>
        </p:spPr>
        <p:txBody>
          <a:bodyPr wrap="square" lIns="91440" tIns="45720" rIns="91440" bIns="45720">
            <a:spAutoFit/>
          </a:bodyPr>
          <a:lstStyle/>
          <a:p>
            <a:pPr algn="ctr"/>
            <a:r>
              <a:rPr lang="en-US" sz="7200" b="0" cap="none" spc="0" dirty="0">
                <a:ln w="0"/>
                <a:solidFill>
                  <a:schemeClr val="accent3"/>
                </a:solidFill>
                <a:effectLst>
                  <a:reflection blurRad="6350" stA="53000" endA="300" endPos="35500" dir="5400000" sy="-90000" algn="bl" rotWithShape="0"/>
                </a:effectLst>
              </a:rPr>
              <a:t>Thank You </a:t>
            </a:r>
          </a:p>
        </p:txBody>
      </p:sp>
      <p:sp>
        <p:nvSpPr>
          <p:cNvPr id="3" name="Footer Placeholder 2">
            <a:extLst>
              <a:ext uri="{FF2B5EF4-FFF2-40B4-BE49-F238E27FC236}">
                <a16:creationId xmlns:a16="http://schemas.microsoft.com/office/drawing/2014/main" id="{1482A520-898F-8736-DE37-E02E0F0EC43D}"/>
              </a:ext>
            </a:extLst>
          </p:cNvPr>
          <p:cNvSpPr>
            <a:spLocks noGrp="1"/>
          </p:cNvSpPr>
          <p:nvPr>
            <p:ph type="ftr" sz="quarter" idx="11"/>
          </p:nvPr>
        </p:nvSpPr>
        <p:spPr/>
        <p:txBody>
          <a:bodyPr/>
          <a:lstStyle/>
          <a:p>
            <a:r>
              <a:rPr lang="en-US"/>
              <a:t>Madhuri Ma'am notes</a:t>
            </a:r>
            <a:endParaRPr lang="en-US" dirty="0"/>
          </a:p>
        </p:txBody>
      </p:sp>
      <p:sp>
        <p:nvSpPr>
          <p:cNvPr id="4" name="Slide Number Placeholder 3">
            <a:extLst>
              <a:ext uri="{FF2B5EF4-FFF2-40B4-BE49-F238E27FC236}">
                <a16:creationId xmlns:a16="http://schemas.microsoft.com/office/drawing/2014/main" id="{4960344F-4A17-09CA-6902-1ACDB824FD95}"/>
              </a:ext>
            </a:extLst>
          </p:cNvPr>
          <p:cNvSpPr>
            <a:spLocks noGrp="1"/>
          </p:cNvSpPr>
          <p:nvPr>
            <p:ph type="sldNum" sz="quarter" idx="12"/>
          </p:nvPr>
        </p:nvSpPr>
        <p:spPr/>
        <p:txBody>
          <a:bodyPr/>
          <a:lstStyle/>
          <a:p>
            <a:fld id="{D57F1E4F-1CFF-5643-939E-217C01CDF565}" type="slidenum">
              <a:rPr lang="en-US" smtClean="0"/>
              <a:pPr/>
              <a:t>20</a:t>
            </a:fld>
            <a:endParaRPr lang="en-US" dirty="0"/>
          </a:p>
        </p:txBody>
      </p:sp>
    </p:spTree>
    <p:extLst>
      <p:ext uri="{BB962C8B-B14F-4D97-AF65-F5344CB8AC3E}">
        <p14:creationId xmlns:p14="http://schemas.microsoft.com/office/powerpoint/2010/main" val="524215810"/>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366658"/>
      </a:accent1>
      <a:accent2>
        <a:srgbClr val="8CB64A"/>
      </a:accent2>
      <a:accent3>
        <a:srgbClr val="88D5A9"/>
      </a:accent3>
      <a:accent4>
        <a:srgbClr val="969FA7"/>
      </a:accent4>
      <a:accent5>
        <a:srgbClr val="E8A844"/>
      </a:accent5>
      <a:accent6>
        <a:srgbClr val="A1561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4BEC0EAF-CF86-4D49-B83B-56CC62D3CFF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Dividend</Template>
  <TotalTime>124</TotalTime>
  <Words>767</Words>
  <Application>Microsoft Office PowerPoint</Application>
  <PresentationFormat>Widescreen</PresentationFormat>
  <Paragraphs>104</Paragraphs>
  <Slides>20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Arial</vt:lpstr>
      <vt:lpstr>Calibri</vt:lpstr>
      <vt:lpstr>Gill Sans MT</vt:lpstr>
      <vt:lpstr>Google Sans</vt:lpstr>
      <vt:lpstr>Söhne</vt:lpstr>
      <vt:lpstr>Times New Roman</vt:lpstr>
      <vt:lpstr>Wingdings 2</vt:lpstr>
      <vt:lpstr>Dividend</vt:lpstr>
      <vt:lpstr>Unit -5</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Madhuri Mishra</dc:creator>
  <cp:lastModifiedBy>Madhuri Mishra</cp:lastModifiedBy>
  <cp:revision>9</cp:revision>
  <dcterms:created xsi:type="dcterms:W3CDTF">2024-10-25T06:03:15Z</dcterms:created>
  <dcterms:modified xsi:type="dcterms:W3CDTF">2025-10-21T07:39:59Z</dcterms:modified>
</cp:coreProperties>
</file>