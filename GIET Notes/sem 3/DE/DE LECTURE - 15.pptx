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90" r:id="rId2"/>
    <p:sldId id="256" r:id="rId3"/>
    <p:sldId id="258" r:id="rId4"/>
    <p:sldId id="261" r:id="rId5"/>
    <p:sldId id="264" r:id="rId6"/>
    <p:sldId id="265" r:id="rId7"/>
    <p:sldId id="266" r:id="rId8"/>
    <p:sldId id="269" r:id="rId9"/>
    <p:sldId id="267" r:id="rId10"/>
    <p:sldId id="268" r:id="rId11"/>
    <p:sldId id="270" r:id="rId12"/>
    <p:sldId id="294" r:id="rId13"/>
    <p:sldId id="293" r:id="rId14"/>
    <p:sldId id="295" r:id="rId15"/>
    <p:sldId id="280" r:id="rId16"/>
    <p:sldId id="292" r:id="rId17"/>
    <p:sldId id="281" r:id="rId18"/>
    <p:sldId id="284" r:id="rId19"/>
    <p:sldId id="28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E0F63-6F00-45E6-99EB-0CE1D489142F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3C656-A260-4C90-84B4-96554006E63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9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B3C656-A260-4C90-84B4-96554006E63A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200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6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2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58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662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209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78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6699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82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902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524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07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310C1-FF77-4C19-8E5F-592881BD2464}" type="datetimeFigureOut">
              <a:rPr lang="en-IN" smtClean="0"/>
              <a:pPr/>
              <a:t>14-10-2025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E6B81-26CA-4AAC-8695-7319D0B231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338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9720" y="642918"/>
            <a:ext cx="8572560" cy="1420210"/>
          </a:xfrm>
        </p:spPr>
        <p:txBody>
          <a:bodyPr>
            <a:normAutofit fontScale="90000"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Baskerville Old Face" pitchFamily="18" charset="0"/>
              </a:rPr>
              <a:t>DIGITAL ELECTRONICS</a:t>
            </a:r>
            <a:br>
              <a:rPr lang="en-US" sz="6600" b="1" dirty="0">
                <a:solidFill>
                  <a:srgbClr val="00B050"/>
                </a:solidFill>
                <a:latin typeface="Baskerville Old Face" pitchFamily="18" charset="0"/>
              </a:rPr>
            </a:br>
            <a:r>
              <a:rPr lang="en-US" b="1" dirty="0">
                <a:solidFill>
                  <a:srgbClr val="00B050"/>
                </a:solidFill>
                <a:latin typeface="Baskerville Old Face" pitchFamily="18" charset="0"/>
              </a:rPr>
              <a:t>III Semester ECE</a:t>
            </a:r>
            <a:endParaRPr lang="en-US" dirty="0">
              <a:solidFill>
                <a:srgbClr val="00B050"/>
              </a:solidFill>
              <a:latin typeface="Baskerville Old Fac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4034" y="4214818"/>
            <a:ext cx="8358246" cy="185738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  <a:endParaRPr lang="en-US" sz="18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SCHOOL OF ENGINEERING &amp; TECHNOLOGY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GIET UNIVERSITY, GUNUPUR, ODISHA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95869" y="2071678"/>
            <a:ext cx="1964545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952596" y="3643314"/>
            <a:ext cx="8358246" cy="64294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Dr. Ranjita Rout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Flip-Flop Analysis;</a:t>
            </a:r>
            <a:br>
              <a:rPr lang="en-IN" b="1" dirty="0">
                <a:solidFill>
                  <a:srgbClr val="00B050"/>
                </a:solidFill>
              </a:rPr>
            </a:br>
            <a:r>
              <a:rPr lang="en-IN" b="1" dirty="0">
                <a:solidFill>
                  <a:srgbClr val="00B050"/>
                </a:solidFill>
              </a:rPr>
              <a:t>Conversion of Flip-Flops</a:t>
            </a:r>
          </a:p>
        </p:txBody>
      </p:sp>
    </p:spTree>
    <p:extLst>
      <p:ext uri="{BB962C8B-B14F-4D97-AF65-F5344CB8AC3E}">
        <p14:creationId xmlns:p14="http://schemas.microsoft.com/office/powerpoint/2010/main" val="3015695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Flip-Flop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>
                <a:solidFill>
                  <a:srgbClr val="C00000"/>
                </a:solidFill>
              </a:rPr>
              <a:t>Characteristic Table</a:t>
            </a:r>
            <a:r>
              <a:rPr lang="en-IN" dirty="0"/>
              <a:t>: </a:t>
            </a:r>
            <a:r>
              <a:rPr lang="en-US" dirty="0"/>
              <a:t>A characteristic table defines the logical properties of a flip-flop by describing its operation </a:t>
            </a:r>
            <a:r>
              <a:rPr lang="en-IN" dirty="0"/>
              <a:t>in tabular form.</a:t>
            </a:r>
          </a:p>
          <a:p>
            <a:pPr algn="just"/>
            <a:r>
              <a:rPr lang="en-IN" dirty="0">
                <a:solidFill>
                  <a:srgbClr val="C00000"/>
                </a:solidFill>
              </a:rPr>
              <a:t>Characteristic Equation</a:t>
            </a:r>
            <a:r>
              <a:rPr lang="en-IN" dirty="0"/>
              <a:t>: </a:t>
            </a:r>
            <a:r>
              <a:rPr lang="en-US" dirty="0"/>
              <a:t>The logical properties of a flip-flop, as described in the state table, can be expressed algebraically with a characteristic equation.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49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368" y="620688"/>
            <a:ext cx="10972800" cy="612068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solidFill>
                  <a:srgbClr val="C00000"/>
                </a:solidFill>
              </a:rPr>
              <a:t>State Table</a:t>
            </a:r>
            <a:r>
              <a:rPr lang="en-IN" dirty="0"/>
              <a:t>: </a:t>
            </a:r>
            <a:r>
              <a:rPr lang="en-US" dirty="0"/>
              <a:t>The time sequence of inputs, outputs, and flip-flop states can be enumerated in a </a:t>
            </a:r>
            <a:r>
              <a:rPr lang="en-US" i="1" dirty="0"/>
              <a:t>state table </a:t>
            </a:r>
            <a:r>
              <a:rPr lang="en-US" dirty="0"/>
              <a:t>(sometimes called a </a:t>
            </a:r>
            <a:r>
              <a:rPr lang="en-US" i="1" dirty="0"/>
              <a:t>transition table</a:t>
            </a:r>
            <a:r>
              <a:rPr lang="en-US" dirty="0"/>
              <a:t>).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The table consists of three sections labeled </a:t>
            </a:r>
            <a:r>
              <a:rPr lang="en-US" i="1" dirty="0"/>
              <a:t>present state</a:t>
            </a:r>
            <a:r>
              <a:rPr lang="en-US" dirty="0"/>
              <a:t>, </a:t>
            </a:r>
            <a:r>
              <a:rPr lang="en-US" i="1" dirty="0"/>
              <a:t>inputs</a:t>
            </a:r>
            <a:r>
              <a:rPr lang="en-US" dirty="0"/>
              <a:t>, and </a:t>
            </a:r>
            <a:r>
              <a:rPr lang="en-US" i="1" dirty="0"/>
              <a:t>next state</a:t>
            </a:r>
            <a:r>
              <a:rPr lang="en-US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rgbClr val="C00000"/>
                </a:solidFill>
              </a:rPr>
              <a:t>State Diagram</a:t>
            </a:r>
            <a:r>
              <a:rPr lang="en-IN" dirty="0"/>
              <a:t>: </a:t>
            </a:r>
            <a:r>
              <a:rPr lang="en-US" dirty="0"/>
              <a:t>The information available in a state table can be represented graphically in the form of a state diagram.</a:t>
            </a:r>
          </a:p>
        </p:txBody>
      </p:sp>
    </p:spTree>
    <p:extLst>
      <p:ext uri="{BB962C8B-B14F-4D97-AF65-F5344CB8AC3E}">
        <p14:creationId xmlns:p14="http://schemas.microsoft.com/office/powerpoint/2010/main" val="34233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76" y="404664"/>
            <a:ext cx="10972800" cy="4525963"/>
          </a:xfrm>
        </p:spPr>
        <p:txBody>
          <a:bodyPr/>
          <a:lstStyle/>
          <a:p>
            <a:pPr algn="just"/>
            <a:r>
              <a:rPr lang="en-US" dirty="0"/>
              <a:t>In this type of diagram, a state is represented by a circle, and the (clock-triggered) transitions between states are indicated by directed lines connecting the circles. </a:t>
            </a:r>
          </a:p>
          <a:p>
            <a:pPr algn="just"/>
            <a:r>
              <a:rPr lang="en-US" dirty="0"/>
              <a:t>The binary number inside each circle identifies the state of the flip-flops.</a:t>
            </a:r>
          </a:p>
          <a:p>
            <a:pPr algn="just"/>
            <a:r>
              <a:rPr lang="en-US" dirty="0"/>
              <a:t>The directed lines are labeled with two binary numbers separated by a slash.</a:t>
            </a:r>
          </a:p>
        </p:txBody>
      </p:sp>
    </p:spTree>
    <p:extLst>
      <p:ext uri="{BB962C8B-B14F-4D97-AF65-F5344CB8AC3E}">
        <p14:creationId xmlns:p14="http://schemas.microsoft.com/office/powerpoint/2010/main" val="305370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04664"/>
            <a:ext cx="10972800" cy="452596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The input value during the present state is labeled first, and the number after the slash gives the output during the present state with the given input. </a:t>
            </a:r>
            <a:endParaRPr lang="en-IN" dirty="0"/>
          </a:p>
          <a:p>
            <a:pPr algn="just">
              <a:lnSpc>
                <a:spcPct val="150000"/>
              </a:lnSpc>
            </a:pPr>
            <a:r>
              <a:rPr lang="en-IN" dirty="0">
                <a:solidFill>
                  <a:srgbClr val="C00000"/>
                </a:solidFill>
              </a:rPr>
              <a:t>Excitation Table</a:t>
            </a:r>
            <a:r>
              <a:rPr lang="en-IN" dirty="0"/>
              <a:t>:</a:t>
            </a:r>
            <a:r>
              <a:rPr lang="en-US" dirty="0"/>
              <a:t> A table that lists the required inputs for a given change of state is called an </a:t>
            </a:r>
            <a:r>
              <a:rPr lang="en-US" i="1" dirty="0"/>
              <a:t>excitation table</a:t>
            </a:r>
            <a:r>
              <a:rPr lang="en-US" dirty="0"/>
              <a:t>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11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90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002060"/>
                </a:solidFill>
              </a:rPr>
              <a:t>SR Flip-Flop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268760"/>
            <a:ext cx="10972800" cy="3622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150" y="4940002"/>
            <a:ext cx="2886075" cy="1657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87764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D Flip-Flop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268760"/>
            <a:ext cx="8267700" cy="3312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00" y="4653137"/>
            <a:ext cx="3600400" cy="19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445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JK Flip-Flop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1962150"/>
            <a:ext cx="8267700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943054"/>
            <a:ext cx="2590800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6415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002060"/>
                </a:solidFill>
              </a:rPr>
              <a:t>T Flip-Flop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9" y="2290764"/>
            <a:ext cx="8277225" cy="227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675" y="4634830"/>
            <a:ext cx="139065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4704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solidFill>
                  <a:srgbClr val="C00000"/>
                </a:solidFill>
              </a:rPr>
              <a:t>Conversion of Flip-Flops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To convert one type of flip-flop into another type, a combinational circuit is designed such that if the inputs of the required flip-flop are fed as inputs to the combinational circuit and the output of the combinational circuit is connected to the inputs of the actual or given flip-flop, then the output of the actual or given flip-flop is the output of the required flip-flop.</a:t>
            </a:r>
          </a:p>
          <a:p>
            <a:pPr marL="0" indent="0" algn="just">
              <a:buNone/>
            </a:pP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083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version of Flip-Flops in Digital ...">
            <a:extLst>
              <a:ext uri="{FF2B5EF4-FFF2-40B4-BE49-F238E27FC236}">
                <a16:creationId xmlns:a16="http://schemas.microsoft.com/office/drawing/2014/main" id="{C18F27B2-BAC8-4B90-A50C-E9EF031734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40" y="692697"/>
            <a:ext cx="9073008" cy="3960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234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9E3538-1D7B-4DC0-9025-0DE16ABD5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260648"/>
            <a:ext cx="11593288" cy="633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823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25E69E5-7D87-4320-862A-5669C78D58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464" y="681856"/>
            <a:ext cx="5391902" cy="57606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792F56-8B3C-4162-A2ED-4F6655939D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692696"/>
            <a:ext cx="4536504" cy="4032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3DB8B6-DFC1-4ECD-BE73-5380D7D0C094}"/>
              </a:ext>
            </a:extLst>
          </p:cNvPr>
          <p:cNvSpPr txBox="1"/>
          <p:nvPr/>
        </p:nvSpPr>
        <p:spPr>
          <a:xfrm>
            <a:off x="299356" y="204900"/>
            <a:ext cx="19442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Step -1 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01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242590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Step-2</a:t>
            </a:r>
            <a:endParaRPr lang="en-IN" sz="3200" b="1" dirty="0">
              <a:solidFill>
                <a:srgbClr val="FF0000"/>
              </a:solidFill>
            </a:endParaRPr>
          </a:p>
        </p:txBody>
      </p:sp>
      <p:pic>
        <p:nvPicPr>
          <p:cNvPr id="1026" name="Picture 2" descr="flip_2">
            <a:extLst>
              <a:ext uri="{FF2B5EF4-FFF2-40B4-BE49-F238E27FC236}">
                <a16:creationId xmlns:a16="http://schemas.microsoft.com/office/drawing/2014/main" id="{3822F141-B785-453F-BD3F-27274ACED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660" y="1196752"/>
            <a:ext cx="6120680" cy="5130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477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538BDA-FE05-4A7C-8380-03180247A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16632"/>
            <a:ext cx="6552728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E64CB274-5D88-41F3-B175-F48AAC6C7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3933056"/>
            <a:ext cx="5040560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BEA7AC-054A-4F8C-9F91-F3568F7EA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77838"/>
            <a:ext cx="8229600" cy="706090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0000"/>
                </a:solidFill>
              </a:rPr>
              <a:t>Step-3</a:t>
            </a:r>
            <a:endParaRPr lang="en-I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03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78098"/>
          </a:xfrm>
        </p:spPr>
        <p:txBody>
          <a:bodyPr>
            <a:normAutofit/>
          </a:bodyPr>
          <a:lstStyle/>
          <a:p>
            <a:pPr algn="just"/>
            <a:r>
              <a:rPr lang="en-US" sz="3400" dirty="0">
                <a:solidFill>
                  <a:srgbClr val="002060"/>
                </a:solidFill>
              </a:rPr>
              <a:t>Conversion of an D Flip-flop to a S-R Flip-flop.</a:t>
            </a:r>
            <a:endParaRPr lang="en-IN" sz="3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497" y="4379938"/>
            <a:ext cx="2447925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374" y="4456138"/>
            <a:ext cx="3295650" cy="178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126" y="1077683"/>
            <a:ext cx="3648075" cy="322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60090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344" y="120675"/>
            <a:ext cx="8229600" cy="706090"/>
          </a:xfrm>
        </p:spPr>
        <p:txBody>
          <a:bodyPr>
            <a:noAutofit/>
          </a:bodyPr>
          <a:lstStyle/>
          <a:p>
            <a:pPr algn="just"/>
            <a:r>
              <a:rPr lang="en-US" sz="3400" dirty="0">
                <a:solidFill>
                  <a:srgbClr val="002060"/>
                </a:solidFill>
              </a:rPr>
              <a:t>Conversion of an J-K Flip-flop to a D Flip-flop.</a:t>
            </a:r>
            <a:endParaRPr lang="en-IN" sz="3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716" y="981366"/>
            <a:ext cx="5490568" cy="26530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448" y="3789040"/>
            <a:ext cx="4824537" cy="2794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610" y="4017616"/>
            <a:ext cx="4206974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4828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3352" y="209090"/>
            <a:ext cx="8229600" cy="778098"/>
          </a:xfrm>
        </p:spPr>
        <p:txBody>
          <a:bodyPr>
            <a:noAutofit/>
          </a:bodyPr>
          <a:lstStyle/>
          <a:p>
            <a:pPr algn="just"/>
            <a:r>
              <a:rPr lang="en-US" sz="3400" dirty="0">
                <a:solidFill>
                  <a:srgbClr val="002060"/>
                </a:solidFill>
              </a:rPr>
              <a:t>Conversion of an D Flip-flop to a J-K Flip-flop.</a:t>
            </a:r>
            <a:endParaRPr lang="en-IN" sz="3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987189"/>
            <a:ext cx="7920879" cy="345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4440586"/>
            <a:ext cx="3848844" cy="2084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1" y="4622636"/>
            <a:ext cx="4405435" cy="202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6108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</TotalTime>
  <Words>373</Words>
  <Application>Microsoft Office PowerPoint</Application>
  <PresentationFormat>Widescreen</PresentationFormat>
  <Paragraphs>30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Baskerville Old Face</vt:lpstr>
      <vt:lpstr>Calibri</vt:lpstr>
      <vt:lpstr>Times New Roman</vt:lpstr>
      <vt:lpstr>Office Theme</vt:lpstr>
      <vt:lpstr>DIGITAL ELECTRONICS III Semester ECE</vt:lpstr>
      <vt:lpstr>Flip-Flop Analysis; Conversion of Flip-Flops</vt:lpstr>
      <vt:lpstr>Flip-Flop Analysis</vt:lpstr>
      <vt:lpstr>PowerPoint Presentation</vt:lpstr>
      <vt:lpstr>PowerPoint Presentation</vt:lpstr>
      <vt:lpstr>PowerPoint Presentation</vt:lpstr>
      <vt:lpstr>SR Flip-Flop</vt:lpstr>
      <vt:lpstr>D Flip-Flop</vt:lpstr>
      <vt:lpstr>JK Flip-Flop</vt:lpstr>
      <vt:lpstr>T Flip-Flop</vt:lpstr>
      <vt:lpstr>Conversion of Flip-Flops</vt:lpstr>
      <vt:lpstr>PowerPoint Presentation</vt:lpstr>
      <vt:lpstr>PowerPoint Presentation</vt:lpstr>
      <vt:lpstr>PowerPoint Presentation</vt:lpstr>
      <vt:lpstr>Step-2</vt:lpstr>
      <vt:lpstr>Step-3</vt:lpstr>
      <vt:lpstr>Conversion of an D Flip-flop to a S-R Flip-flop.</vt:lpstr>
      <vt:lpstr>Conversion of an J-K Flip-flop to a D Flip-flop.</vt:lpstr>
      <vt:lpstr>Conversion of an D Flip-flop to a J-K Flip-flop.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Conversion of Flip-Flops</dc:title>
  <dc:creator>AJIT PATRO</dc:creator>
  <cp:lastModifiedBy>ranjita rout</cp:lastModifiedBy>
  <cp:revision>64</cp:revision>
  <dcterms:created xsi:type="dcterms:W3CDTF">2020-11-10T16:48:32Z</dcterms:created>
  <dcterms:modified xsi:type="dcterms:W3CDTF">2025-10-14T11:02:07Z</dcterms:modified>
</cp:coreProperties>
</file>