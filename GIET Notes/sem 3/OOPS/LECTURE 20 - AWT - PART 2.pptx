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476" r:id="rId5"/>
    <p:sldId id="477" r:id="rId6"/>
    <p:sldId id="478" r:id="rId7"/>
    <p:sldId id="479" r:id="rId8"/>
    <p:sldId id="480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4" y="2087987"/>
            <a:ext cx="10797791" cy="2775415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b="1" dirty="0" err="1"/>
              <a:t>MouseListener</a:t>
            </a:r>
            <a:r>
              <a:rPr lang="en-US" dirty="0"/>
              <a:t> Interface</a:t>
            </a:r>
          </a:p>
          <a:p>
            <a:r>
              <a:rPr lang="en-IN" dirty="0"/>
              <a:t>Java </a:t>
            </a:r>
            <a:r>
              <a:rPr lang="en-IN" b="1" dirty="0" err="1"/>
              <a:t>MouseMotionListener</a:t>
            </a:r>
            <a:r>
              <a:rPr lang="en-IN" dirty="0"/>
              <a:t> Interface</a:t>
            </a:r>
          </a:p>
          <a:p>
            <a:r>
              <a:rPr lang="en-IN" dirty="0"/>
              <a:t>Java </a:t>
            </a:r>
            <a:r>
              <a:rPr lang="en-IN" b="1" dirty="0" err="1"/>
              <a:t>WindowListener</a:t>
            </a:r>
            <a:r>
              <a:rPr lang="en-IN" dirty="0"/>
              <a:t> Interface</a:t>
            </a:r>
          </a:p>
          <a:p>
            <a:r>
              <a:rPr lang="en-IN" dirty="0"/>
              <a:t>Java Adapter Classes</a:t>
            </a:r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</a:t>
            </a:r>
            <a:r>
              <a:rPr lang="en-IN" sz="7200" b="1" dirty="0" err="1"/>
              <a:t>MouseListener</a:t>
            </a:r>
            <a:r>
              <a:rPr lang="en-IN" sz="72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411104"/>
            <a:ext cx="10865223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change the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state of the mouse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notified against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java.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awt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event package.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Methods of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Interface 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927253"/>
            <a:ext cx="636494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MouseEx1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Label l;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MouseEx1()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l=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add(l);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MouseEx1();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6868738" y="927253"/>
            <a:ext cx="4928324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Clicked"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Entered"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Exited"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Pressed"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Released"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</p:txBody>
      </p:sp>
    </p:spTree>
    <p:extLst>
      <p:ext uri="{BB962C8B-B14F-4D97-AF65-F5344CB8AC3E}">
        <p14:creationId xmlns:p14="http://schemas.microsoft.com/office/powerpoint/2010/main" val="120168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927253"/>
            <a:ext cx="6644621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MouseEx2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MouseListener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MouseEx2()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Graphics g=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7039559" y="950154"/>
            <a:ext cx="4928324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MouseEx2();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19921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32" y="2598140"/>
            <a:ext cx="10811436" cy="1104220"/>
          </a:xfrm>
        </p:spPr>
        <p:txBody>
          <a:bodyPr>
            <a:noAutofit/>
          </a:bodyPr>
          <a:lstStyle/>
          <a:p>
            <a:r>
              <a:rPr lang="en-IN" sz="5400" b="1" dirty="0"/>
              <a:t>Java </a:t>
            </a:r>
            <a:r>
              <a:rPr lang="en-IN" sz="5400" b="1" dirty="0" err="1"/>
              <a:t>MouseMotionListener</a:t>
            </a:r>
            <a:r>
              <a:rPr lang="en-IN" sz="54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27750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752748"/>
            <a:ext cx="1086522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move or drag mouse.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notified against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Methods of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Interface 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998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3" y="686568"/>
            <a:ext cx="10668297" cy="61093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MouseMotionEx1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MouseMotionListener</a:t>
            </a:r>
            <a:endParaRPr lang="en-IN" sz="17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MouseMotionEx1()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addMouseMotionListener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sz="1700" b="1" dirty="0">
                <a:solidFill>
                  <a:srgbClr val="006699"/>
                </a:solidFill>
                <a:latin typeface="inter-regular"/>
              </a:rPr>
              <a:t>  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Graphics g=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 MouseMotionEx1();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11009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32" y="2598140"/>
            <a:ext cx="10811436" cy="1104220"/>
          </a:xfrm>
        </p:spPr>
        <p:txBody>
          <a:bodyPr>
            <a:noAutofit/>
          </a:bodyPr>
          <a:lstStyle/>
          <a:p>
            <a:r>
              <a:rPr lang="en-IN" sz="5400" b="1" dirty="0"/>
              <a:t>Java </a:t>
            </a:r>
            <a:r>
              <a:rPr lang="en-IN" sz="5400" b="1" dirty="0" err="1"/>
              <a:t>WindowListener</a:t>
            </a:r>
            <a:r>
              <a:rPr lang="en-IN" sz="54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07937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37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WindowListener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580536" y="694287"/>
            <a:ext cx="11155938" cy="10926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change the state of window. It is notified against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package.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endParaRPr lang="en-IN" sz="10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Methods of </a:t>
            </a:r>
            <a:r>
              <a:rPr lang="en-IN" b="1" i="0" dirty="0" err="1">
                <a:solidFill>
                  <a:srgbClr val="610B38"/>
                </a:solidFill>
                <a:effectLst/>
                <a:latin typeface="erdana"/>
              </a:rPr>
              <a:t>WindowListener</a:t>
            </a:r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 interface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0AF3F1-1ABC-51A7-5966-5302EAF5B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38606"/>
              </p:ext>
            </p:extLst>
          </p:nvPr>
        </p:nvGraphicFramePr>
        <p:xfrm>
          <a:off x="580536" y="1786894"/>
          <a:ext cx="11155938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84">
                  <a:extLst>
                    <a:ext uri="{9D8B030D-6E8A-4147-A177-3AD203B41FA5}">
                      <a16:colId xmlns:a16="http://schemas.microsoft.com/office/drawing/2014/main" val="136137081"/>
                    </a:ext>
                  </a:extLst>
                </a:gridCol>
                <a:gridCol w="5584669">
                  <a:extLst>
                    <a:ext uri="{9D8B030D-6E8A-4147-A177-3AD203B41FA5}">
                      <a16:colId xmlns:a16="http://schemas.microsoft.com/office/drawing/2014/main" val="3912813991"/>
                    </a:ext>
                  </a:extLst>
                </a:gridCol>
                <a:gridCol w="4963885">
                  <a:extLst>
                    <a:ext uri="{9D8B030D-6E8A-4147-A177-3AD203B41FA5}">
                      <a16:colId xmlns:a16="http://schemas.microsoft.com/office/drawing/2014/main" val="3973114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00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windowActivated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the Window is set to be an active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3277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windowClosed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window has been closed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as the result of calling dispose on the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8267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windowClosing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the user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attempts to close the window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from the system menu of the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376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4.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windowDeactivated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not an active Window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anymore.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0569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5.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windowDeiconified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changed from a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minimized to a normal state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0283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6.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windowIconified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changed from a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normal to a minimized state.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1465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7.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windowOpened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  <a:latin typeface="inter-regular"/>
                        </a:rPr>
                        <a:t>window is made visible for the first time.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96409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545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WindowListener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676044"/>
            <a:ext cx="6518327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java.awt.event.WindowEvent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java.awt.event.WindowListener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WindowExample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>
                <a:solidFill>
                  <a:srgbClr val="000000"/>
                </a:solidFill>
                <a:effectLst/>
                <a:latin typeface="inter-regular"/>
              </a:rPr>
              <a:t>WindowEx();    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windowActivated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"activated"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6999365" y="676044"/>
            <a:ext cx="5048608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windowClosed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"closed"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windowClosing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"closing"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dispose();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windowDeactivated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"deactivated"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windowDeiconified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deiconified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windowIconified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"iconified"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windowOpened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arg0)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"opened"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324162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</a:t>
            </a:r>
            <a:r>
              <a:rPr lang="en-IN" sz="7200" b="1"/>
              <a:t>Adapter Classes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8464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Adapter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1098325"/>
            <a:ext cx="10865223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Java adapter classes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provide the </a:t>
            </a:r>
            <a:r>
              <a:rPr lang="en-US" b="1" i="1" dirty="0">
                <a:solidFill>
                  <a:srgbClr val="333333"/>
                </a:solidFill>
                <a:effectLst/>
                <a:latin typeface="inter-regular"/>
              </a:rPr>
              <a:t>default implementation of listener </a:t>
            </a:r>
            <a:r>
              <a:rPr lang="en-US" b="1" i="1" dirty="0">
                <a:latin typeface="inter-regular"/>
              </a:rPr>
              <a:t>interfaces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If you inherit the adapter class, you will not be forced to provide the implementation of all the methods of listener interfaces. So it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saves code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dirty="0">
                <a:solidFill>
                  <a:srgbClr val="610B4B"/>
                </a:solidFill>
                <a:latin typeface="erdana"/>
              </a:rPr>
              <a:t>Advantages </a:t>
            </a:r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of using Adapter classes: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assists the unrelated classes to work combinedly.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ways to use classes in different ways.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increases the transparency of classes.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a way to include related patterns in the class.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a pluggable kit for developing an application.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increases the reusability of the class.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The adapter classes are found in 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java.awt.event</a:t>
            </a:r>
            <a:r>
              <a:rPr lang="en-IN" b="1" i="0" dirty="0">
                <a:solidFill>
                  <a:srgbClr val="333333"/>
                </a:solidFill>
                <a:effectLst/>
                <a:latin typeface="inter-bold"/>
              </a:rPr>
              <a:t>, 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java.awt.dnd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 and 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javax.swing.event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IN" dirty="0">
                <a:solidFill>
                  <a:srgbClr val="333333"/>
                </a:solidFill>
                <a:latin typeface="inter-regular"/>
              </a:rPr>
              <a:t>packages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4185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36" y="107576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>
                <a:solidFill>
                  <a:srgbClr val="610B38"/>
                </a:solidFill>
                <a:latin typeface="erdana"/>
              </a:rPr>
              <a:t>java.awt.event</a:t>
            </a:r>
            <a:r>
              <a:rPr lang="fr-FR" b="1" dirty="0">
                <a:solidFill>
                  <a:srgbClr val="610B38"/>
                </a:solidFill>
                <a:latin typeface="erdana"/>
              </a:rPr>
              <a:t> Adapter classes</a:t>
            </a:r>
            <a:endParaRPr lang="en-IN" b="1" dirty="0">
              <a:solidFill>
                <a:srgbClr val="610B38"/>
              </a:solidFill>
              <a:latin typeface="erdana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0AF3F1-1ABC-51A7-5966-5302EAF5B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57654"/>
              </p:ext>
            </p:extLst>
          </p:nvPr>
        </p:nvGraphicFramePr>
        <p:xfrm>
          <a:off x="1674229" y="968188"/>
          <a:ext cx="8677836" cy="539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22">
                  <a:extLst>
                    <a:ext uri="{9D8B030D-6E8A-4147-A177-3AD203B41FA5}">
                      <a16:colId xmlns:a16="http://schemas.microsoft.com/office/drawing/2014/main" val="136137081"/>
                    </a:ext>
                  </a:extLst>
                </a:gridCol>
                <a:gridCol w="3255784">
                  <a:extLst>
                    <a:ext uri="{9D8B030D-6E8A-4147-A177-3AD203B41FA5}">
                      <a16:colId xmlns:a16="http://schemas.microsoft.com/office/drawing/2014/main" val="3912813991"/>
                    </a:ext>
                  </a:extLst>
                </a:gridCol>
                <a:gridCol w="4589930">
                  <a:extLst>
                    <a:ext uri="{9D8B030D-6E8A-4147-A177-3AD203B41FA5}">
                      <a16:colId xmlns:a16="http://schemas.microsoft.com/office/drawing/2014/main" val="3973114155"/>
                    </a:ext>
                  </a:extLst>
                </a:gridCol>
              </a:tblGrid>
              <a:tr h="763692">
                <a:tc>
                  <a:txBody>
                    <a:bodyPr/>
                    <a:lstStyle/>
                    <a:p>
                      <a:r>
                        <a:rPr lang="en-IN" sz="2400" dirty="0" err="1"/>
                        <a:t>SNo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Adapter class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Listener interface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505007984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WindowListener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32775568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KeyListener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82677780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MouseListener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3766966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4.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MouseMotionAdapter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MouseMotionListener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05693889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5.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02833601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6.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14657248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7.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96409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0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MouseAdapter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4" y="686568"/>
            <a:ext cx="6133930" cy="60016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Frame f;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f =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"Mouse Adapter"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f.addMouseListener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Graphics g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f.getGraphics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DE833-75C2-7750-7494-72559AC4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337" y="3687389"/>
            <a:ext cx="2918713" cy="2918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3F86A-B87B-BB86-AFA7-14149CBEAAD3}"/>
              </a:ext>
            </a:extLst>
          </p:cNvPr>
          <p:cNvSpPr txBox="1"/>
          <p:nvPr/>
        </p:nvSpPr>
        <p:spPr>
          <a:xfrm>
            <a:off x="8078616" y="3090446"/>
            <a:ext cx="279415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Output:</a:t>
            </a:r>
            <a:endParaRPr lang="en-IN" sz="20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9907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MouseMotionAdapter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3" y="686568"/>
            <a:ext cx="7482970" cy="60016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Frame f;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object of Frame 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f =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"Mouse Motion Adapter"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// Setting title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f.addMouseMotionListener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// adding </a:t>
            </a:r>
            <a:r>
              <a:rPr lang="en-IN" sz="1600" b="0" i="0" dirty="0" err="1">
                <a:solidFill>
                  <a:srgbClr val="008200"/>
                </a:solidFill>
                <a:effectLst/>
                <a:latin typeface="inter-regular"/>
              </a:rPr>
              <a:t>MouseMotionListener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 to the Frame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Graphics g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f.getGraphics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Color.ORANGE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setting the </a:t>
            </a:r>
            <a:r>
              <a:rPr lang="en-IN" sz="1600" b="0" i="0" dirty="0" err="1">
                <a:solidFill>
                  <a:srgbClr val="008200"/>
                </a:solidFill>
                <a:effectLst/>
                <a:latin typeface="inter-regular"/>
              </a:rPr>
              <a:t>color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 of graphics object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setting the shape of graphics object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3F86A-B87B-BB86-AFA7-14149CBEAAD3}"/>
              </a:ext>
            </a:extLst>
          </p:cNvPr>
          <p:cNvSpPr txBox="1"/>
          <p:nvPr/>
        </p:nvSpPr>
        <p:spPr>
          <a:xfrm>
            <a:off x="8611024" y="3028890"/>
            <a:ext cx="279415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Output:</a:t>
            </a:r>
            <a:endParaRPr lang="en-IN" sz="20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A2F2F-E725-C09C-CD58-32D25B8E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92" y="3670790"/>
            <a:ext cx="3336505" cy="301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26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4900</TotalTime>
  <Words>1560</Words>
  <Application>Microsoft Office PowerPoint</Application>
  <PresentationFormat>Widescreen</PresentationFormat>
  <Paragraphs>288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Java MouseListener Interface</vt:lpstr>
      <vt:lpstr>Java MouseListener Interface</vt:lpstr>
      <vt:lpstr>Java MouseListener Interface: Example 01</vt:lpstr>
      <vt:lpstr>Java MouseListener Interface: Example 02</vt:lpstr>
      <vt:lpstr>Java MouseMotionListener Interface</vt:lpstr>
      <vt:lpstr>Java MouseMotionListener Interface</vt:lpstr>
      <vt:lpstr>Java MouseMotionListener Interface: Example 01</vt:lpstr>
      <vt:lpstr>Java WindowListener Interface</vt:lpstr>
      <vt:lpstr>Java WindowListener Interface</vt:lpstr>
      <vt:lpstr>Java WindowListener Interface: Example</vt:lpstr>
      <vt:lpstr>Java Adapter Classes</vt:lpstr>
      <vt:lpstr>Java Adapter Classes</vt:lpstr>
      <vt:lpstr>java.awt.event Adapter classes</vt:lpstr>
      <vt:lpstr>Java MouseAdapter Class: Example</vt:lpstr>
      <vt:lpstr>Java MouseMotionAdapter Class: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300</cp:revision>
  <dcterms:created xsi:type="dcterms:W3CDTF">2022-08-21T11:09:16Z</dcterms:created>
  <dcterms:modified xsi:type="dcterms:W3CDTF">2023-11-23T07:15:05Z</dcterms:modified>
</cp:coreProperties>
</file>