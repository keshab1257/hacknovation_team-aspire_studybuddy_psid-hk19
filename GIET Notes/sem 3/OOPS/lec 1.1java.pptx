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7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7152" y="342900"/>
            <a:ext cx="9144000" cy="606399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Topics to be Covered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7B95A-CC59-4F62-C5F2-F44F99A59FBE}"/>
              </a:ext>
            </a:extLst>
          </p:cNvPr>
          <p:cNvSpPr txBox="1"/>
          <p:nvPr/>
        </p:nvSpPr>
        <p:spPr>
          <a:xfrm>
            <a:off x="1225702" y="2176406"/>
            <a:ext cx="9937819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500" b="1" dirty="0"/>
              <a:t>Taking input from User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500" dirty="0"/>
              <a:t>Using Command Line Arguments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500" dirty="0"/>
              <a:t>Using Scanner Class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500" dirty="0"/>
              <a:t>Using </a:t>
            </a:r>
            <a:r>
              <a:rPr lang="en-IN" sz="2500" dirty="0" err="1"/>
              <a:t>BufferedReader</a:t>
            </a:r>
            <a:r>
              <a:rPr lang="en-IN" sz="2500" dirty="0"/>
              <a:t> Class</a:t>
            </a:r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8" y="2521183"/>
            <a:ext cx="10901082" cy="1815633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Using Command Line Arguments</a:t>
            </a:r>
          </a:p>
        </p:txBody>
      </p:sp>
      <p:pic>
        <p:nvPicPr>
          <p:cNvPr id="3" name="Picture 4" descr="F:\HIREMEE\GIET University HD Logo.jpg">
            <a:extLst>
              <a:ext uri="{FF2B5EF4-FFF2-40B4-BE49-F238E27FC236}">
                <a16:creationId xmlns:a16="http://schemas.microsoft.com/office/drawing/2014/main" id="{0448207D-3EED-BA61-071E-48848086F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414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Command 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681" y="890226"/>
            <a:ext cx="11081657" cy="200537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/>
              <a:t>These are the arguments or values which are passed while executing a java program at command prompt</a:t>
            </a:r>
          </a:p>
          <a:p>
            <a:pPr algn="just"/>
            <a:r>
              <a:rPr lang="en-US" sz="2200" dirty="0"/>
              <a:t>All the arguments passed are by default treated as Strings. </a:t>
            </a:r>
          </a:p>
          <a:p>
            <a:pPr algn="just"/>
            <a:r>
              <a:rPr lang="en-US" sz="2400" dirty="0"/>
              <a:t>The values in String can be converted into a specific type of values by using methods defined in </a:t>
            </a:r>
            <a:r>
              <a:rPr lang="en-US" sz="2400" b="1" dirty="0"/>
              <a:t>Wrapper Classes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following are sample methods</a:t>
            </a:r>
          </a:p>
          <a:p>
            <a:pPr marL="0" indent="0" algn="just">
              <a:buNone/>
            </a:pPr>
            <a:endParaRPr lang="en-IN" sz="2400" dirty="0"/>
          </a:p>
          <a:p>
            <a:pPr lvl="1" algn="just"/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/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347380B-48FA-7206-B16D-B257E28ED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86916"/>
              </p:ext>
            </p:extLst>
          </p:nvPr>
        </p:nvGraphicFramePr>
        <p:xfrm>
          <a:off x="1258048" y="2988608"/>
          <a:ext cx="9675904" cy="291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505">
                  <a:extLst>
                    <a:ext uri="{9D8B030D-6E8A-4147-A177-3AD203B41FA5}">
                      <a16:colId xmlns:a16="http://schemas.microsoft.com/office/drawing/2014/main" val="1571614388"/>
                    </a:ext>
                  </a:extLst>
                </a:gridCol>
                <a:gridCol w="3944471">
                  <a:extLst>
                    <a:ext uri="{9D8B030D-6E8A-4147-A177-3AD203B41FA5}">
                      <a16:colId xmlns:a16="http://schemas.microsoft.com/office/drawing/2014/main" val="3097610386"/>
                    </a:ext>
                  </a:extLst>
                </a:gridCol>
                <a:gridCol w="3827928">
                  <a:extLst>
                    <a:ext uri="{9D8B030D-6E8A-4147-A177-3AD203B41FA5}">
                      <a16:colId xmlns:a16="http://schemas.microsoft.com/office/drawing/2014/main" val="549494657"/>
                    </a:ext>
                  </a:extLst>
                </a:gridCol>
              </a:tblGrid>
              <a:tr h="486176"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216813"/>
                  </a:ext>
                </a:extLst>
              </a:tr>
              <a:tr h="486176">
                <a:tc>
                  <a:txBody>
                    <a:bodyPr/>
                    <a:lstStyle/>
                    <a:p>
                      <a:r>
                        <a:rPr lang="en-IN" dirty="0" err="1"/>
                        <a:t>parseInt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Convert into integer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Integer.parseInt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82285"/>
                  </a:ext>
                </a:extLst>
              </a:tr>
              <a:tr h="486176">
                <a:tc>
                  <a:txBody>
                    <a:bodyPr/>
                    <a:lstStyle/>
                    <a:p>
                      <a:r>
                        <a:rPr lang="en-IN" dirty="0" err="1"/>
                        <a:t>parseFloat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To Convert into float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Float.parseFloat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341281"/>
                  </a:ext>
                </a:extLst>
              </a:tr>
              <a:tr h="486176">
                <a:tc>
                  <a:txBody>
                    <a:bodyPr/>
                    <a:lstStyle/>
                    <a:p>
                      <a:r>
                        <a:rPr lang="en-IN" dirty="0" err="1"/>
                        <a:t>parseDouble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Convert into double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Double.parseDouble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66813"/>
                  </a:ext>
                </a:extLst>
              </a:tr>
              <a:tr h="486176">
                <a:tc>
                  <a:txBody>
                    <a:bodyPr/>
                    <a:lstStyle/>
                    <a:p>
                      <a:r>
                        <a:rPr lang="en-IN" dirty="0" err="1"/>
                        <a:t>parseLong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Convert into long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Long.parseLong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263972"/>
                  </a:ext>
                </a:extLst>
              </a:tr>
              <a:tr h="486176">
                <a:tc>
                  <a:txBody>
                    <a:bodyPr/>
                    <a:lstStyle/>
                    <a:p>
                      <a:r>
                        <a:rPr lang="en-IN" dirty="0" err="1"/>
                        <a:t>parseShort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Convert into Short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Short.parseShort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929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21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Command Line Arguments</a:t>
            </a:r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04AA1-2828-13B2-F9C0-773A3DBAC79B}"/>
              </a:ext>
            </a:extLst>
          </p:cNvPr>
          <p:cNvSpPr txBox="1"/>
          <p:nvPr/>
        </p:nvSpPr>
        <p:spPr>
          <a:xfrm>
            <a:off x="624822" y="797218"/>
            <a:ext cx="11136872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Example: Write a program to read the name and age of a student (using command line arguments) and display them.</a:t>
            </a:r>
          </a:p>
          <a:p>
            <a:endParaRPr lang="en-IN" sz="2000" b="1" dirty="0"/>
          </a:p>
          <a:p>
            <a:r>
              <a:rPr lang="en-IN" sz="2000" dirty="0"/>
              <a:t>class cmdEx1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	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</a:t>
            </a:r>
          </a:p>
          <a:p>
            <a:r>
              <a:rPr lang="en-IN" sz="2000" dirty="0"/>
              <a:t>	{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(“Name is” + </a:t>
            </a:r>
            <a:r>
              <a:rPr lang="en-IN" sz="2000" dirty="0" err="1"/>
              <a:t>args</a:t>
            </a:r>
            <a:r>
              <a:rPr lang="en-IN" sz="2000" dirty="0"/>
              <a:t>[0]);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(“Age is” + </a:t>
            </a:r>
            <a:r>
              <a:rPr lang="en-IN" sz="2000" dirty="0" err="1"/>
              <a:t>args</a:t>
            </a:r>
            <a:r>
              <a:rPr lang="en-IN" sz="2000" dirty="0"/>
              <a:t>[1]);</a:t>
            </a:r>
          </a:p>
          <a:p>
            <a:r>
              <a:rPr lang="en-IN" sz="2000" dirty="0"/>
              <a:t>	}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During Execution arguments will be passed ( by separating with a space) :</a:t>
            </a:r>
          </a:p>
          <a:p>
            <a:endParaRPr lang="en-IN" sz="2000" dirty="0"/>
          </a:p>
          <a:p>
            <a:r>
              <a:rPr lang="en-IN" sz="2000" dirty="0"/>
              <a:t>D:/jprogrs&gt; </a:t>
            </a:r>
            <a:r>
              <a:rPr lang="en-IN" sz="2000" b="1" dirty="0"/>
              <a:t>java</a:t>
            </a:r>
            <a:r>
              <a:rPr lang="en-IN" sz="2000" dirty="0"/>
              <a:t> cmdEx1 Jack 34 </a:t>
            </a:r>
          </a:p>
          <a:p>
            <a:r>
              <a:rPr lang="en-IN" sz="2000" dirty="0"/>
              <a:t>Name is Jack</a:t>
            </a:r>
          </a:p>
          <a:p>
            <a:r>
              <a:rPr lang="en-IN" sz="2000" dirty="0"/>
              <a:t>Age is 34</a:t>
            </a:r>
          </a:p>
        </p:txBody>
      </p:sp>
    </p:spTree>
    <p:extLst>
      <p:ext uri="{BB962C8B-B14F-4D97-AF65-F5344CB8AC3E}">
        <p14:creationId xmlns:p14="http://schemas.microsoft.com/office/powerpoint/2010/main" val="218154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8" y="2521183"/>
            <a:ext cx="10901082" cy="1815633"/>
          </a:xfrm>
        </p:spPr>
        <p:txBody>
          <a:bodyPr>
            <a:normAutofit/>
          </a:bodyPr>
          <a:lstStyle/>
          <a:p>
            <a:r>
              <a:rPr lang="en-IN" sz="7200" b="1" dirty="0"/>
              <a:t>Using Scanner Class</a:t>
            </a:r>
          </a:p>
        </p:txBody>
      </p:sp>
      <p:pic>
        <p:nvPicPr>
          <p:cNvPr id="3" name="Picture 4" descr="F:\HIREMEE\GIET University HD Logo.jpg">
            <a:extLst>
              <a:ext uri="{FF2B5EF4-FFF2-40B4-BE49-F238E27FC236}">
                <a16:creationId xmlns:a16="http://schemas.microsoft.com/office/drawing/2014/main" id="{0448207D-3EED-BA61-071E-48848086F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504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Using Scanner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52" y="797217"/>
            <a:ext cx="11081657" cy="576494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dirty="0"/>
              <a:t>In Java, you can use the </a:t>
            </a:r>
            <a:r>
              <a:rPr lang="en-US" sz="2000" b="1" dirty="0"/>
              <a:t>Scanner</a:t>
            </a:r>
            <a:r>
              <a:rPr lang="en-US" sz="2000" dirty="0"/>
              <a:t> class to take input from the user via the standard input stream (usually the keyboard). </a:t>
            </a:r>
          </a:p>
          <a:p>
            <a:pPr marL="0" indent="0" algn="just">
              <a:buNone/>
            </a:pPr>
            <a:r>
              <a:rPr lang="en-US" sz="2000" dirty="0"/>
              <a:t>The Scanner class is part of the </a:t>
            </a:r>
            <a:r>
              <a:rPr lang="en-US" sz="2000" b="1" dirty="0" err="1"/>
              <a:t>java.util</a:t>
            </a:r>
            <a:r>
              <a:rPr lang="en-US" sz="2000" b="1" dirty="0"/>
              <a:t> </a:t>
            </a:r>
            <a:r>
              <a:rPr lang="en-US" sz="2000" dirty="0"/>
              <a:t>package and provides various methods to read different types of input from the user.</a:t>
            </a:r>
          </a:p>
          <a:p>
            <a:pPr marL="0" indent="0" algn="just">
              <a:buNone/>
            </a:pPr>
            <a:r>
              <a:rPr lang="en-US" sz="2000" dirty="0"/>
              <a:t>To use the Scanner class :</a:t>
            </a:r>
          </a:p>
          <a:p>
            <a:pPr marL="0" indent="0" algn="just">
              <a:buNone/>
            </a:pPr>
            <a:endParaRPr lang="en-US" sz="900" dirty="0"/>
          </a:p>
          <a:p>
            <a:pPr marL="0" indent="0" algn="just">
              <a:buNone/>
            </a:pPr>
            <a:r>
              <a:rPr lang="en-US" sz="2000" dirty="0"/>
              <a:t>1) You first need to </a:t>
            </a:r>
            <a:r>
              <a:rPr lang="en-US" sz="2000" dirty="0">
                <a:highlight>
                  <a:srgbClr val="FFFF00"/>
                </a:highlight>
              </a:rPr>
              <a:t>import</a:t>
            </a:r>
            <a:r>
              <a:rPr lang="en-US" sz="2000" dirty="0"/>
              <a:t> it at the beginning of your Java file:</a:t>
            </a:r>
          </a:p>
          <a:p>
            <a:pPr marL="0" indent="0" algn="just">
              <a:buNone/>
            </a:pPr>
            <a:r>
              <a:rPr lang="en-US" sz="2000" b="1" dirty="0"/>
              <a:t>	import </a:t>
            </a:r>
            <a:r>
              <a:rPr lang="en-US" sz="2000" b="1" dirty="0" err="1"/>
              <a:t>java.util.Scanner</a:t>
            </a:r>
            <a:r>
              <a:rPr lang="en-US" sz="2000" b="1" dirty="0"/>
              <a:t>;</a:t>
            </a:r>
            <a:endParaRPr lang="en-IN" sz="2000" b="1" dirty="0"/>
          </a:p>
          <a:p>
            <a:pPr marL="0" indent="0" algn="just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2) Then, you can create an instance of the Scanner class. </a:t>
            </a:r>
          </a:p>
          <a:p>
            <a:pPr marL="0" indent="0" algn="just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</a:rPr>
              <a:t>	Scanner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</a:rPr>
              <a:t>sc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</a:rPr>
              <a:t> = new Scanner(System.in);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3) Use the methods of the Scanner class to read input. Following some methods: </a:t>
            </a:r>
          </a:p>
          <a:p>
            <a:pPr marL="0" indent="0" algn="just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</a:rPr>
              <a:t>nextLine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</a:rPr>
              <a:t>() 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000" dirty="0"/>
              <a:t>// Read a line of text from the user and store it in a variable</a:t>
            </a:r>
            <a:endParaRPr lang="en-IN" sz="2000" dirty="0"/>
          </a:p>
          <a:p>
            <a:pPr marL="0" indent="0" algn="just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</a:rPr>
              <a:t>nextInt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</a:rPr>
              <a:t>()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000" dirty="0"/>
              <a:t>// Read an integer from the user and store it in a variable</a:t>
            </a:r>
            <a:endParaRPr lang="en-IN" sz="2000" dirty="0"/>
          </a:p>
          <a:p>
            <a:pPr marL="0" indent="0" algn="just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</a:rPr>
              <a:t>nextFloat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</a:rPr>
              <a:t>()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000" dirty="0"/>
              <a:t>// Read a float value from the user and store it in a variable</a:t>
            </a:r>
          </a:p>
          <a:p>
            <a:pPr marL="0" indent="0" algn="just">
              <a:buNone/>
            </a:pPr>
            <a:r>
              <a:rPr lang="en-US" sz="2000" dirty="0"/>
              <a:t>4) Close the scanner class object</a:t>
            </a:r>
          </a:p>
          <a:p>
            <a:pPr marL="0" indent="0" algn="just">
              <a:buNone/>
            </a:pPr>
            <a:r>
              <a:rPr lang="en-US" sz="2000" dirty="0"/>
              <a:t>	</a:t>
            </a:r>
            <a:r>
              <a:rPr lang="en-US" sz="2000" b="1" dirty="0" err="1"/>
              <a:t>sc.close</a:t>
            </a:r>
            <a:r>
              <a:rPr lang="en-US" sz="2000" b="1" dirty="0"/>
              <a:t>();</a:t>
            </a:r>
            <a:endParaRPr lang="en-IN" sz="2000" b="1" dirty="0"/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114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Using Scanner Class</a:t>
            </a:r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04AA1-2828-13B2-F9C0-773A3DBAC79B}"/>
              </a:ext>
            </a:extLst>
          </p:cNvPr>
          <p:cNvSpPr txBox="1"/>
          <p:nvPr/>
        </p:nvSpPr>
        <p:spPr>
          <a:xfrm>
            <a:off x="624822" y="797218"/>
            <a:ext cx="11136872" cy="59400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java.util.Scanner</a:t>
            </a:r>
            <a:r>
              <a:rPr lang="en-US" sz="2000" dirty="0"/>
              <a:t>; // importing package</a:t>
            </a:r>
          </a:p>
          <a:p>
            <a:r>
              <a:rPr lang="en-US" sz="2000" dirty="0"/>
              <a:t>public class </a:t>
            </a:r>
            <a:r>
              <a:rPr lang="en-US" sz="2000" dirty="0" err="1"/>
              <a:t>UserInputExample</a:t>
            </a:r>
            <a:r>
              <a:rPr lang="en-US" sz="2000" dirty="0"/>
              <a:t> 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</a:t>
            </a:r>
          </a:p>
          <a:p>
            <a:r>
              <a:rPr lang="en-US" sz="2000" dirty="0"/>
              <a:t>    {</a:t>
            </a:r>
          </a:p>
          <a:p>
            <a:r>
              <a:rPr lang="en-US" sz="2000" dirty="0"/>
              <a:t>	// Create a Scanner object</a:t>
            </a:r>
          </a:p>
          <a:p>
            <a:r>
              <a:rPr lang="en-US" sz="2000" dirty="0"/>
              <a:t>    	Scanner </a:t>
            </a:r>
            <a:r>
              <a:rPr lang="en-US" sz="2000" dirty="0" err="1"/>
              <a:t>sc</a:t>
            </a:r>
            <a:r>
              <a:rPr lang="en-US" sz="2000" dirty="0"/>
              <a:t> = new Scanner(System.in); </a:t>
            </a: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System.out.print</a:t>
            </a:r>
            <a:r>
              <a:rPr lang="en-US" sz="2000" dirty="0"/>
              <a:t>("Enter your name: "); </a:t>
            </a:r>
          </a:p>
          <a:p>
            <a:r>
              <a:rPr lang="en-US" sz="2000" dirty="0"/>
              <a:t>	String name = </a:t>
            </a:r>
            <a:r>
              <a:rPr lang="en-US" sz="2000" dirty="0" err="1"/>
              <a:t>sc.nextLine</a:t>
            </a:r>
            <a:r>
              <a:rPr lang="en-US" sz="2000" dirty="0"/>
              <a:t>(); // Read a line of text </a:t>
            </a: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System.out.print</a:t>
            </a:r>
            <a:r>
              <a:rPr lang="en-US" sz="2000" dirty="0"/>
              <a:t>("Enter your age: ");  </a:t>
            </a:r>
          </a:p>
          <a:p>
            <a:r>
              <a:rPr lang="en-US" sz="2000" dirty="0"/>
              <a:t>	int age = </a:t>
            </a:r>
            <a:r>
              <a:rPr lang="en-US" sz="2000" dirty="0" err="1"/>
              <a:t>sc.nextInt</a:t>
            </a:r>
            <a:r>
              <a:rPr lang="en-US" sz="2000" dirty="0"/>
              <a:t>(); // Read an integer </a:t>
            </a:r>
          </a:p>
          <a:p>
            <a:endParaRPr lang="en-US" sz="2000" dirty="0"/>
          </a:p>
          <a:p>
            <a:r>
              <a:rPr lang="en-US" sz="2000" dirty="0"/>
              <a:t>	</a:t>
            </a:r>
            <a:r>
              <a:rPr lang="en-US" sz="2000" dirty="0" err="1"/>
              <a:t>System.out.println</a:t>
            </a:r>
            <a:r>
              <a:rPr lang="en-US" sz="2000" dirty="0"/>
              <a:t>("Hello, " + name + "! You are " + age + " years old.");</a:t>
            </a:r>
          </a:p>
          <a:p>
            <a:endParaRPr lang="en-US" sz="2000" dirty="0"/>
          </a:p>
          <a:p>
            <a:r>
              <a:rPr lang="en-US" sz="2000" dirty="0"/>
              <a:t>               </a:t>
            </a:r>
            <a:r>
              <a:rPr lang="en-US" sz="2000" dirty="0" err="1"/>
              <a:t>sc.close</a:t>
            </a:r>
            <a:r>
              <a:rPr lang="en-US" sz="2000" dirty="0"/>
              <a:t>();</a:t>
            </a:r>
          </a:p>
          <a:p>
            <a:r>
              <a:rPr lang="en-US" sz="2000" dirty="0"/>
              <a:t>   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78174-8A23-0FB5-066E-79AF06BFE05A}"/>
              </a:ext>
            </a:extLst>
          </p:cNvPr>
          <p:cNvSpPr txBox="1"/>
          <p:nvPr/>
        </p:nvSpPr>
        <p:spPr>
          <a:xfrm>
            <a:off x="7736418" y="1735937"/>
            <a:ext cx="3540778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b="1" dirty="0"/>
          </a:p>
          <a:p>
            <a:r>
              <a:rPr lang="en-IN" dirty="0"/>
              <a:t>Enter your name:</a:t>
            </a:r>
          </a:p>
          <a:p>
            <a:r>
              <a:rPr lang="en-IN" dirty="0"/>
              <a:t>Sunil</a:t>
            </a:r>
          </a:p>
          <a:p>
            <a:r>
              <a:rPr lang="en-IN" dirty="0"/>
              <a:t>Enter your age:</a:t>
            </a:r>
          </a:p>
          <a:p>
            <a:r>
              <a:rPr lang="en-IN" dirty="0"/>
              <a:t>24</a:t>
            </a:r>
          </a:p>
          <a:p>
            <a:r>
              <a:rPr lang="en-IN" dirty="0"/>
              <a:t>Hello, Sunil ! You are 24 years old. </a:t>
            </a:r>
          </a:p>
        </p:txBody>
      </p:sp>
    </p:spTree>
    <p:extLst>
      <p:ext uri="{BB962C8B-B14F-4D97-AF65-F5344CB8AC3E}">
        <p14:creationId xmlns:p14="http://schemas.microsoft.com/office/powerpoint/2010/main" val="346954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8" y="2521183"/>
            <a:ext cx="10901082" cy="1815633"/>
          </a:xfrm>
        </p:spPr>
        <p:txBody>
          <a:bodyPr>
            <a:normAutofit/>
          </a:bodyPr>
          <a:lstStyle/>
          <a:p>
            <a:r>
              <a:rPr lang="en-IN" sz="7200" b="1" dirty="0"/>
              <a:t>Using </a:t>
            </a:r>
            <a:r>
              <a:rPr lang="en-IN" sz="7200" b="1" dirty="0" err="1"/>
              <a:t>BufferedReader</a:t>
            </a:r>
            <a:r>
              <a:rPr lang="en-IN" sz="7200" b="1" dirty="0"/>
              <a:t> Class</a:t>
            </a:r>
          </a:p>
        </p:txBody>
      </p:sp>
      <p:pic>
        <p:nvPicPr>
          <p:cNvPr id="3" name="Picture 4" descr="F:\HIREMEE\GIET University HD Logo.jpg">
            <a:extLst>
              <a:ext uri="{FF2B5EF4-FFF2-40B4-BE49-F238E27FC236}">
                <a16:creationId xmlns:a16="http://schemas.microsoft.com/office/drawing/2014/main" id="{0448207D-3EED-BA61-071E-48848086F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711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Using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BufferedReader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52" y="797217"/>
            <a:ext cx="11081657" cy="594346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/>
              <a:t>1) This method is used by wrapping the System.in (standard input stream) in an </a:t>
            </a:r>
            <a:r>
              <a:rPr lang="en-US" sz="2000" dirty="0" err="1"/>
              <a:t>InputStreamReader</a:t>
            </a:r>
            <a:r>
              <a:rPr lang="en-US" sz="2000" dirty="0"/>
              <a:t>, which is wrapped in a BufferedReader.</a:t>
            </a:r>
          </a:p>
          <a:p>
            <a:pPr marL="0" indent="0" algn="just">
              <a:buNone/>
            </a:pPr>
            <a:endParaRPr lang="en-US" sz="1000" dirty="0"/>
          </a:p>
          <a:p>
            <a:pPr marL="0" indent="0" algn="just">
              <a:buNone/>
            </a:pPr>
            <a:r>
              <a:rPr lang="en-US" sz="2000" dirty="0"/>
              <a:t>2) To read other types, we use methods like </a:t>
            </a:r>
            <a:r>
              <a:rPr lang="en-US" sz="2000" dirty="0" err="1"/>
              <a:t>Integer.parseInt</a:t>
            </a:r>
            <a:r>
              <a:rPr lang="en-US" sz="2000" dirty="0"/>
              <a:t>(), </a:t>
            </a:r>
            <a:r>
              <a:rPr lang="en-US" sz="2000" dirty="0" err="1"/>
              <a:t>Double.parseDouble</a:t>
            </a:r>
            <a:r>
              <a:rPr lang="en-US" sz="2000" dirty="0"/>
              <a:t>() etc. </a:t>
            </a:r>
          </a:p>
          <a:p>
            <a:pPr marL="0" indent="0" algn="just">
              <a:buNone/>
            </a:pPr>
            <a:endParaRPr lang="en-US" sz="600" dirty="0"/>
          </a:p>
          <a:p>
            <a:pPr marL="0" indent="0" algn="just">
              <a:buNone/>
            </a:pPr>
            <a:r>
              <a:rPr lang="en-US" sz="2000" b="1" dirty="0"/>
              <a:t>Reading data from the console by </a:t>
            </a:r>
            <a:r>
              <a:rPr lang="en-US" sz="2000" b="1" dirty="0" err="1"/>
              <a:t>InputStreamReader</a:t>
            </a:r>
            <a:r>
              <a:rPr lang="en-US" sz="2000" b="1" dirty="0"/>
              <a:t> and BufferedReader</a:t>
            </a:r>
            <a:r>
              <a:rPr lang="en-US" sz="2000" dirty="0"/>
              <a:t>:</a:t>
            </a:r>
          </a:p>
          <a:p>
            <a:pPr marL="0" indent="0" algn="just">
              <a:buNone/>
            </a:pPr>
            <a:endParaRPr lang="en-US" sz="300" dirty="0"/>
          </a:p>
          <a:p>
            <a:pPr marL="0" indent="0" algn="just">
              <a:buNone/>
            </a:pPr>
            <a:r>
              <a:rPr lang="en-IN" sz="2000" dirty="0"/>
              <a:t>	</a:t>
            </a:r>
            <a:r>
              <a:rPr lang="en-IN" sz="2000" dirty="0" err="1"/>
              <a:t>BufferedReader</a:t>
            </a:r>
            <a:r>
              <a:rPr lang="en-IN" sz="2000" dirty="0"/>
              <a:t> </a:t>
            </a:r>
            <a:r>
              <a:rPr lang="en-IN" sz="2000" dirty="0" err="1"/>
              <a:t>br</a:t>
            </a:r>
            <a:r>
              <a:rPr lang="en-IN" sz="2000" dirty="0"/>
              <a:t>=new </a:t>
            </a:r>
            <a:r>
              <a:rPr lang="en-IN" sz="2000" dirty="0" err="1"/>
              <a:t>BufferedReader</a:t>
            </a:r>
            <a:r>
              <a:rPr lang="en-IN" sz="2000" dirty="0"/>
              <a:t>(new </a:t>
            </a:r>
            <a:r>
              <a:rPr lang="en-IN" sz="2000" dirty="0" err="1"/>
              <a:t>InputStreamReader</a:t>
            </a:r>
            <a:r>
              <a:rPr lang="en-IN" sz="2000" dirty="0"/>
              <a:t>(System.in));</a:t>
            </a:r>
          </a:p>
          <a:p>
            <a:pPr marL="0" indent="0" algn="ctr">
              <a:buNone/>
            </a:pPr>
            <a:r>
              <a:rPr lang="en-IN" sz="2000" dirty="0"/>
              <a:t>OR</a:t>
            </a:r>
          </a:p>
          <a:p>
            <a:pPr marL="0" indent="0" algn="just">
              <a:buNone/>
            </a:pPr>
            <a:r>
              <a:rPr lang="en-IN" sz="2000" dirty="0"/>
              <a:t>	</a:t>
            </a:r>
            <a:r>
              <a:rPr lang="en-IN" sz="2000" dirty="0" err="1"/>
              <a:t>InputStreamReader</a:t>
            </a:r>
            <a:r>
              <a:rPr lang="en-IN" sz="2000" dirty="0"/>
              <a:t> in=new </a:t>
            </a:r>
            <a:r>
              <a:rPr lang="en-IN" sz="2000" dirty="0" err="1"/>
              <a:t>InputStreamReader</a:t>
            </a:r>
            <a:r>
              <a:rPr lang="en-IN" sz="2000" dirty="0"/>
              <a:t>(System.in);</a:t>
            </a:r>
          </a:p>
          <a:p>
            <a:pPr marL="0" indent="0" algn="just">
              <a:buNone/>
            </a:pPr>
            <a:r>
              <a:rPr lang="en-IN" sz="2000" dirty="0"/>
              <a:t>	</a:t>
            </a:r>
            <a:r>
              <a:rPr lang="en-IN" sz="2000" dirty="0" err="1"/>
              <a:t>BufferedReader</a:t>
            </a:r>
            <a:r>
              <a:rPr lang="en-IN" sz="2000" dirty="0"/>
              <a:t> </a:t>
            </a:r>
            <a:r>
              <a:rPr lang="en-IN" sz="2000" dirty="0" err="1"/>
              <a:t>br</a:t>
            </a:r>
            <a:r>
              <a:rPr lang="en-IN" sz="2000" dirty="0"/>
              <a:t>=new </a:t>
            </a:r>
            <a:r>
              <a:rPr lang="en-IN" sz="2000" dirty="0" err="1"/>
              <a:t>BufferedReader</a:t>
            </a:r>
            <a:r>
              <a:rPr lang="en-IN" sz="2000" dirty="0"/>
              <a:t>(in);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/>
              <a:t>=&gt; </a:t>
            </a:r>
            <a:r>
              <a:rPr lang="en-US" sz="2000" b="1" dirty="0"/>
              <a:t>System. in </a:t>
            </a:r>
            <a:r>
              <a:rPr lang="en-US" sz="2000" dirty="0"/>
              <a:t>is an input stream that gives </a:t>
            </a:r>
            <a:r>
              <a:rPr lang="en-US" sz="2000" dirty="0">
                <a:highlight>
                  <a:srgbClr val="FFFF00"/>
                </a:highlight>
              </a:rPr>
              <a:t>stream of bytes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/>
              <a:t>=&gt; </a:t>
            </a:r>
            <a:r>
              <a:rPr lang="en-US" sz="2000" b="1" dirty="0" err="1"/>
              <a:t>InputStreamReader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converts</a:t>
            </a:r>
            <a:r>
              <a:rPr lang="en-US" sz="2000" dirty="0"/>
              <a:t> the stream of </a:t>
            </a:r>
            <a:r>
              <a:rPr lang="en-US" sz="2000" dirty="0">
                <a:highlight>
                  <a:srgbClr val="FFFF00"/>
                </a:highlight>
              </a:rPr>
              <a:t>bytes into stream of characters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/>
              <a:t>=&gt; </a:t>
            </a:r>
            <a:r>
              <a:rPr lang="en-US" sz="2000" b="1" dirty="0"/>
              <a:t>BufferedReader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enables reading stream of characters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/>
              <a:t>=&gt; Using </a:t>
            </a:r>
            <a:r>
              <a:rPr lang="en-US" sz="2000" b="1" dirty="0"/>
              <a:t>read(), </a:t>
            </a:r>
            <a:r>
              <a:rPr lang="en-US" sz="2000" b="1" dirty="0" err="1"/>
              <a:t>readLine</a:t>
            </a:r>
            <a:r>
              <a:rPr lang="en-US" sz="2000" b="1" dirty="0"/>
              <a:t>() </a:t>
            </a:r>
            <a:r>
              <a:rPr lang="en-US" sz="2000" dirty="0"/>
              <a:t>methods we can read character/sequence of characters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Note</a:t>
            </a:r>
            <a:r>
              <a:rPr lang="en-US" sz="2000" dirty="0"/>
              <a:t>: We have to import "io" package while using BufferedReader class. i.e. </a:t>
            </a:r>
            <a:r>
              <a:rPr lang="en-US" sz="2000" b="1"/>
              <a:t>import java.io.*;</a:t>
            </a:r>
            <a:endParaRPr lang="en-IN" sz="2000" dirty="0"/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935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91" y="117314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Using </a:t>
            </a:r>
            <a:r>
              <a:rPr lang="en-IN" b="1">
                <a:solidFill>
                  <a:srgbClr val="610B38"/>
                </a:solidFill>
                <a:latin typeface="erdana"/>
              </a:rPr>
              <a:t>BufferedReader 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Class</a:t>
            </a:r>
          </a:p>
        </p:txBody>
      </p:sp>
      <p:pic>
        <p:nvPicPr>
          <p:cNvPr id="4" name="Picture 4" descr="F:\HIREMEE\GIET University HD Logo.jpg">
            <a:extLst>
              <a:ext uri="{FF2B5EF4-FFF2-40B4-BE49-F238E27FC236}">
                <a16:creationId xmlns:a16="http://schemas.microsoft.com/office/drawing/2014/main" id="{3FDF0957-0DA4-A1E2-3163-58CE878B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04AA1-2828-13B2-F9C0-773A3DBAC79B}"/>
              </a:ext>
            </a:extLst>
          </p:cNvPr>
          <p:cNvSpPr txBox="1"/>
          <p:nvPr/>
        </p:nvSpPr>
        <p:spPr>
          <a:xfrm>
            <a:off x="527564" y="797218"/>
            <a:ext cx="11136872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import </a:t>
            </a:r>
            <a:r>
              <a:rPr lang="en-US" sz="1600" dirty="0" err="1"/>
              <a:t>java.io.BufferedReader</a:t>
            </a:r>
            <a:r>
              <a:rPr lang="en-US" sz="1600" dirty="0"/>
              <a:t>;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java.io.IOException</a:t>
            </a:r>
            <a:r>
              <a:rPr lang="en-US" sz="1600" dirty="0"/>
              <a:t>;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java.io.InputStreamReader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public class </a:t>
            </a:r>
            <a:r>
              <a:rPr lang="en-US" sz="1600" dirty="0" err="1"/>
              <a:t>UserInputExample</a:t>
            </a:r>
            <a:r>
              <a:rPr lang="en-US" sz="1600" dirty="0"/>
              <a:t> 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throws </a:t>
            </a:r>
            <a:r>
              <a:rPr lang="en-US" sz="1600" dirty="0" err="1"/>
              <a:t>IOException</a:t>
            </a:r>
            <a:endParaRPr lang="en-US" sz="1600" dirty="0"/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// Create a BufferedReader object to read user input</a:t>
            </a:r>
          </a:p>
          <a:p>
            <a:r>
              <a:rPr lang="en-US" sz="1600" dirty="0"/>
              <a:t>        BufferedReader </a:t>
            </a:r>
            <a:r>
              <a:rPr lang="en-US" sz="1600" dirty="0" err="1"/>
              <a:t>br</a:t>
            </a:r>
            <a:r>
              <a:rPr lang="en-US" sz="1600" dirty="0"/>
              <a:t> = new BufferedReader(new </a:t>
            </a:r>
            <a:r>
              <a:rPr lang="en-US" sz="1600" dirty="0" err="1"/>
              <a:t>InputStreamReader</a:t>
            </a:r>
            <a:r>
              <a:rPr lang="en-US" sz="1600" dirty="0"/>
              <a:t>(System.in));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System.out.print</a:t>
            </a:r>
            <a:r>
              <a:rPr lang="en-US" sz="1600" dirty="0"/>
              <a:t>("Enter your name: ");</a:t>
            </a:r>
          </a:p>
          <a:p>
            <a:r>
              <a:rPr lang="en-US" sz="1600" dirty="0"/>
              <a:t>        String name = </a:t>
            </a:r>
            <a:r>
              <a:rPr lang="en-US" sz="1600" dirty="0" err="1"/>
              <a:t>br.readLine</a:t>
            </a:r>
            <a:r>
              <a:rPr lang="en-US" sz="1600" dirty="0"/>
              <a:t>();</a:t>
            </a:r>
          </a:p>
          <a:p>
            <a:endParaRPr lang="en-US" sz="1600" dirty="0"/>
          </a:p>
          <a:p>
            <a:r>
              <a:rPr lang="en-US" sz="1600" dirty="0"/>
              <a:t>         </a:t>
            </a:r>
            <a:r>
              <a:rPr lang="en-US" sz="1600" dirty="0" err="1"/>
              <a:t>System.out.print</a:t>
            </a:r>
            <a:r>
              <a:rPr lang="en-US" sz="1600" dirty="0"/>
              <a:t>("Enter your age: ");</a:t>
            </a:r>
          </a:p>
          <a:p>
            <a:r>
              <a:rPr lang="en-US" sz="1600" dirty="0"/>
              <a:t>         int age = </a:t>
            </a:r>
            <a:r>
              <a:rPr lang="en-US" sz="1600" dirty="0" err="1"/>
              <a:t>Integer.parseInt</a:t>
            </a:r>
            <a:r>
              <a:rPr lang="en-US" sz="1600" dirty="0"/>
              <a:t>(</a:t>
            </a:r>
            <a:r>
              <a:rPr lang="en-US" sz="1600" dirty="0" err="1"/>
              <a:t>br.readLine</a:t>
            </a:r>
            <a:r>
              <a:rPr lang="en-US" sz="1600" dirty="0"/>
              <a:t>()); </a:t>
            </a:r>
          </a:p>
          <a:p>
            <a:endParaRPr lang="en-US" sz="1600" dirty="0"/>
          </a:p>
          <a:p>
            <a:r>
              <a:rPr lang="en-US" sz="1600" dirty="0"/>
              <a:t>         </a:t>
            </a:r>
            <a:r>
              <a:rPr lang="en-US" sz="1600" dirty="0" err="1"/>
              <a:t>System.out.println</a:t>
            </a:r>
            <a:r>
              <a:rPr lang="en-US" sz="1600" dirty="0"/>
              <a:t>("Hello, " + name + "! You are " + age + " years old.");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br.close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78174-8A23-0FB5-066E-79AF06BFE05A}"/>
              </a:ext>
            </a:extLst>
          </p:cNvPr>
          <p:cNvSpPr txBox="1"/>
          <p:nvPr/>
        </p:nvSpPr>
        <p:spPr>
          <a:xfrm>
            <a:off x="7915712" y="4362596"/>
            <a:ext cx="3540778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b="1" dirty="0"/>
          </a:p>
          <a:p>
            <a:r>
              <a:rPr lang="en-IN" dirty="0"/>
              <a:t>Enter your name:</a:t>
            </a:r>
          </a:p>
          <a:p>
            <a:r>
              <a:rPr lang="en-IN" dirty="0"/>
              <a:t>Sunil</a:t>
            </a:r>
          </a:p>
          <a:p>
            <a:r>
              <a:rPr lang="en-IN" dirty="0"/>
              <a:t>Enter your age:</a:t>
            </a:r>
          </a:p>
          <a:p>
            <a:r>
              <a:rPr lang="en-IN" dirty="0"/>
              <a:t>24</a:t>
            </a:r>
          </a:p>
          <a:p>
            <a:r>
              <a:rPr lang="en-IN" dirty="0"/>
              <a:t>Hello, Sunil ! You are 24 years old. </a:t>
            </a:r>
          </a:p>
        </p:txBody>
      </p:sp>
    </p:spTree>
    <p:extLst>
      <p:ext uri="{BB962C8B-B14F-4D97-AF65-F5344CB8AC3E}">
        <p14:creationId xmlns:p14="http://schemas.microsoft.com/office/powerpoint/2010/main" val="3858597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4" y="2513319"/>
            <a:ext cx="10040471" cy="1104220"/>
          </a:xfrm>
        </p:spPr>
        <p:txBody>
          <a:bodyPr>
            <a:normAutofit/>
          </a:bodyPr>
          <a:lstStyle/>
          <a:p>
            <a:r>
              <a:rPr lang="en-IN" sz="7200" b="1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292834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923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erdana</vt:lpstr>
      <vt:lpstr>Office Theme</vt:lpstr>
      <vt:lpstr>Topics to be Covered</vt:lpstr>
      <vt:lpstr>Using Command Line Arguments</vt:lpstr>
      <vt:lpstr>Command Line Arguments</vt:lpstr>
      <vt:lpstr>Command Line Arguments</vt:lpstr>
      <vt:lpstr>Using Scanner Class</vt:lpstr>
      <vt:lpstr>Using Scanner Class</vt:lpstr>
      <vt:lpstr>Using Scanner Class</vt:lpstr>
      <vt:lpstr>Using BufferedReader Class</vt:lpstr>
      <vt:lpstr>Using BufferedReader Class</vt:lpstr>
      <vt:lpstr>Using BufferedReader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114</cp:revision>
  <dcterms:created xsi:type="dcterms:W3CDTF">2022-08-21T11:09:16Z</dcterms:created>
  <dcterms:modified xsi:type="dcterms:W3CDTF">2023-07-28T04:10:08Z</dcterms:modified>
</cp:coreProperties>
</file>