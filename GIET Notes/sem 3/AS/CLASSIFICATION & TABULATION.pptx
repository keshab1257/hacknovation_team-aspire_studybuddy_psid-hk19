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0"/>
            <a:ext cx="9143999" cy="513543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355848"/>
            <a:ext cx="8077200" cy="1673352"/>
          </a:xfrm>
        </p:spPr>
        <p:txBody>
          <a:bodyPr vert="horz" lIns="91440" tIns="0" rIns="45720" bIns="0" rtlCol="0" anchor="t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828800"/>
            <a:ext cx="8077200" cy="1499616"/>
          </a:xfrm>
        </p:spPr>
        <p:txBody>
          <a:bodyPr lIns="118872" tIns="0" rIns="45720" bIns="0" anchor="b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88643-A6B9-4404-B5CA-E47D9D5C417D}" type="datetimeFigureOut">
              <a:rPr lang="en-US" smtClean="0"/>
              <a:pPr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5EB24-EE97-4B9E-A6CA-874EDF1A83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0" y="5128334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88643-A6B9-4404-B5CA-E47D9D5C417D}" type="datetimeFigureOut">
              <a:rPr lang="en-US" smtClean="0"/>
              <a:pPr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5EB24-EE97-4B9E-A6CA-874EDF1A83E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1"/>
            <a:ext cx="9144000" cy="260252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0" y="2602520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118872"/>
            <a:ext cx="8013192" cy="1636776"/>
          </a:xfrm>
        </p:spPr>
        <p:txBody>
          <a:bodyPr vert="horz" lIns="91440" tIns="0" rIns="91440" bIns="0" rtlCol="0" anchor="b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664" y="1828800"/>
            <a:ext cx="8022336" cy="685800"/>
          </a:xfrm>
        </p:spPr>
        <p:txBody>
          <a:bodyPr lIns="146304" tIns="0" rIns="45720" bIns="0" anchor="t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88643-A6B9-4404-B5CA-E47D9D5C417D}" type="datetimeFigureOut">
              <a:rPr lang="en-US" smtClean="0"/>
              <a:pPr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5EB24-EE97-4B9E-A6CA-874EDF1A83E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73936"/>
            <a:ext cx="4038600" cy="4623816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73936"/>
            <a:ext cx="4038600" cy="46238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88643-A6B9-4404-B5CA-E47D9D5C417D}" type="datetimeFigureOut">
              <a:rPr lang="en-US" smtClean="0"/>
              <a:pPr/>
              <a:t>7/9/2025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5EB24-EE97-4B9E-A6CA-874EDF1A83E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98987"/>
            <a:ext cx="4040188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49512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698987"/>
            <a:ext cx="4041775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49512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88643-A6B9-4404-B5CA-E47D9D5C417D}" type="datetimeFigureOut">
              <a:rPr lang="en-US" smtClean="0"/>
              <a:pPr/>
              <a:t>7/9/2025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5EB24-EE97-4B9E-A6CA-874EDF1A83E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88643-A6B9-4404-B5CA-E47D9D5C417D}" type="datetimeFigureOut">
              <a:rPr lang="en-US" smtClean="0"/>
              <a:pPr/>
              <a:t>7/9/2025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5EB24-EE97-4B9E-A6CA-874EDF1A83E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88643-A6B9-4404-B5CA-E47D9D5C417D}" type="datetimeFigureOut">
              <a:rPr lang="en-US" smtClean="0"/>
              <a:pPr/>
              <a:t>7/9/2025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5EB24-EE97-4B9E-A6CA-874EDF1A83E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38" y="152400"/>
            <a:ext cx="2523744" cy="978408"/>
          </a:xfrm>
        </p:spPr>
        <p:txBody>
          <a:bodyPr vert="horz" lIns="73152" rIns="45720" bIns="0" rtlCol="0" anchor="b">
            <a:normAutofit/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9377" y="1743133"/>
            <a:ext cx="5920641" cy="45588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838" y="1730018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88643-A6B9-4404-B5CA-E47D9D5C417D}" type="datetimeFigureOut">
              <a:rPr lang="en-US" smtClean="0"/>
              <a:pPr/>
              <a:t>7/9/2025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5EB24-EE97-4B9E-A6CA-874EDF1A83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" y="155448"/>
            <a:ext cx="2525150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03805" y="1484808"/>
            <a:ext cx="6247397" cy="5373192"/>
          </a:xfrm>
          <a:solidFill>
            <a:schemeClr val="bg2">
              <a:shade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" y="1728216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4592" y="1170432"/>
            <a:ext cx="2523744" cy="201168"/>
          </a:xfrm>
        </p:spPr>
        <p:txBody>
          <a:bodyPr/>
          <a:lstStyle/>
          <a:p>
            <a:fld id="{5AB88643-A6B9-4404-B5CA-E47D9D5C417D}" type="datetimeFigureOut">
              <a:rPr lang="en-US" smtClean="0"/>
              <a:pPr/>
              <a:t>7/9/2025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35808" y="1170432"/>
            <a:ext cx="5193792" cy="201168"/>
          </a:xfr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39328" y="1170432"/>
            <a:ext cx="733864" cy="201168"/>
          </a:xfrm>
        </p:spPr>
        <p:txBody>
          <a:bodyPr/>
          <a:lstStyle/>
          <a:p>
            <a:fld id="{AEB5EB24-EE97-4B9E-A6CA-874EDF1A83E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88643-A6B9-4404-B5CA-E47D9D5C417D}" type="datetimeFigureOut">
              <a:rPr lang="en-US" smtClean="0"/>
              <a:pPr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5EB24-EE97-4B9E-A6CA-874EDF1A83E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invGray">
          <a:xfrm>
            <a:off x="6598920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 bwMode="ltGray">
          <a:xfrm>
            <a:off x="6647687" y="0"/>
            <a:ext cx="2514601" cy="68580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274640"/>
            <a:ext cx="19050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88643-A6B9-4404-B5CA-E47D9D5C417D}" type="datetimeFigureOut">
              <a:rPr lang="en-US" smtClean="0"/>
              <a:pPr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0597" y="6377459"/>
            <a:ext cx="383640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5EB24-EE97-4B9E-A6CA-874EDF1A83E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invGray">
          <a:xfrm>
            <a:off x="0" y="1435895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 bwMode="ltGray">
          <a:xfrm>
            <a:off x="0" y="0"/>
            <a:ext cx="9143999" cy="143373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</p:spPr>
        <p:txBody>
          <a:bodyPr vert="horz" lIns="109728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5AB88643-A6B9-4404-B5CA-E47D9D5C417D}" type="datetimeFigureOut">
              <a:rPr lang="en-US" smtClean="0"/>
              <a:pPr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</p:spPr>
        <p:txBody>
          <a:bodyPr vert="horz" lIns="45720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</p:spPr>
        <p:txBody>
          <a:bodyPr vert="horz" bIns="0" rtlCol="0" anchor="b"/>
          <a:lstStyle>
            <a:lvl1pPr algn="r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AEB5EB24-EE97-4B9E-A6CA-874EDF1A83E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500" b="1" kern="1200">
          <a:solidFill>
            <a:schemeClr val="accent1">
              <a:satMod val="150000"/>
            </a:schemeClr>
          </a:solidFill>
          <a:effectLst/>
          <a:latin typeface="+mj-lt"/>
          <a:ea typeface="+mj-ea"/>
          <a:cs typeface="+mj-cs"/>
        </a:defRPr>
      </a:lvl1pPr>
      <a:extLst/>
    </p:titleStyle>
    <p:bodyStyle>
      <a:lvl1pPr marL="438912" indent="-320040" algn="l" rtl="0" eaLnBrk="1" latinLnBrk="0" hangingPunct="1">
        <a:spcBef>
          <a:spcPts val="0"/>
        </a:spcBef>
        <a:buClr>
          <a:schemeClr val="accent1"/>
        </a:buClr>
        <a:buSzPct val="80000"/>
        <a:buFont typeface="Wingdings 2"/>
        <a:buChar char="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indent="-27432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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3"/>
        </a:buClr>
        <a:buFont typeface="Arial"/>
        <a:buChar char="▪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16152" indent="-182880" algn="l" rtl="0" eaLnBrk="1" latinLnBrk="0" hangingPunct="1">
        <a:spcBef>
          <a:spcPct val="20000"/>
        </a:spcBef>
        <a:buClr>
          <a:schemeClr val="accent4"/>
        </a:buClr>
        <a:buFont typeface="Arial"/>
        <a:buChar char="▪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26464" indent="-182880" algn="l" rtl="0" eaLnBrk="1" latinLnBrk="0" hangingPunct="1">
        <a:spcBef>
          <a:spcPct val="20000"/>
        </a:spcBef>
        <a:buClr>
          <a:schemeClr val="accent5"/>
        </a:buClr>
        <a:buFont typeface="Wingdings 3"/>
        <a:buChar char=""/>
        <a:defRPr kumimoji="0"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905000"/>
            <a:ext cx="8763000" cy="1673352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CLASSIFICATION &amp; TABULATION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95800" y="4191000"/>
            <a:ext cx="3352800" cy="914400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Bahnschrift SemiBold" pitchFamily="34" charset="0"/>
              </a:rPr>
              <a:t>By Dr. </a:t>
            </a:r>
            <a:r>
              <a:rPr lang="en-US" b="1" dirty="0" err="1">
                <a:solidFill>
                  <a:srgbClr val="FF0000"/>
                </a:solidFill>
                <a:latin typeface="Bahnschrift SemiBold" pitchFamily="34" charset="0"/>
              </a:rPr>
              <a:t>Laxmipriya</a:t>
            </a:r>
            <a:r>
              <a:rPr lang="en-US" b="1" dirty="0">
                <a:solidFill>
                  <a:srgbClr val="FF0000"/>
                </a:solidFill>
                <a:latin typeface="Bahnschrift SemiBold" pitchFamily="34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Bahnschrift SemiBold" pitchFamily="34" charset="0"/>
              </a:rPr>
              <a:t>Parida</a:t>
            </a:r>
            <a:endParaRPr lang="en-US" b="1" dirty="0">
              <a:solidFill>
                <a:srgbClr val="FF0000"/>
              </a:solidFill>
              <a:latin typeface="Bahnschrift SemiBold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 of arranging the data into group or classes according to resemblances and similarities is technically called Classification.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presentation of data classified 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1. Tabular Representation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2.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Graphical and Diagrammatic Representation</a:t>
            </a:r>
          </a:p>
          <a:p>
            <a:pPr>
              <a:buNone/>
            </a:pPr>
            <a:endParaRPr lang="en-US" sz="2800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Basis or criterion of classificatio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n: The data relating to socio-economic enquiry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classification due to Food, Clothing, Fuel &amp; Lighting, House Rent, Education  etc.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Cross-classification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techniques of dividing the given data into different classes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wrt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more than one basis simultaneously is called cross-classification.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University population gender classification again student and faculty classification</a:t>
            </a:r>
            <a:r>
              <a:rPr lang="en-US" dirty="0"/>
              <a:t>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Bases of Classification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classified into four bases:</a:t>
            </a:r>
          </a:p>
          <a:p>
            <a:pPr lvl="2">
              <a:buFont typeface="Wingdings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Geographical- Area-wise or Regional</a:t>
            </a:r>
          </a:p>
          <a:p>
            <a:pPr lvl="2">
              <a:buFont typeface="Wingdings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Chronological-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wrt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occurrence of time.</a:t>
            </a:r>
          </a:p>
          <a:p>
            <a:pPr lvl="2">
              <a:buFont typeface="Wingdings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Qualitative-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wrt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character or attribute</a:t>
            </a:r>
          </a:p>
          <a:p>
            <a:pPr lvl="2">
              <a:buFont typeface="Wingdings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Quantitative-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wrt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numerical values or magnitudes.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1202319"/>
            <a:ext cx="9144000" cy="5478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1447800"/>
            <a:ext cx="9144000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1371600"/>
            <a:ext cx="91440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1371600"/>
            <a:ext cx="91440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Variable</a:t>
            </a:r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1371600"/>
            <a:ext cx="9144000" cy="5486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7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152401"/>
            <a:ext cx="9144000" cy="655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1371600"/>
            <a:ext cx="9144000" cy="5486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1371600"/>
            <a:ext cx="9143999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1524000"/>
            <a:ext cx="9143999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ule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Module</Template>
  <TotalTime>92</TotalTime>
  <Words>148</Words>
  <Application>Microsoft Office PowerPoint</Application>
  <PresentationFormat>On-screen Show (4:3)</PresentationFormat>
  <Paragraphs>18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Bahnschrift SemiBold</vt:lpstr>
      <vt:lpstr>Corbel</vt:lpstr>
      <vt:lpstr>Times New Roman</vt:lpstr>
      <vt:lpstr>Wingdings</vt:lpstr>
      <vt:lpstr>Wingdings 2</vt:lpstr>
      <vt:lpstr>Wingdings 3</vt:lpstr>
      <vt:lpstr>Module</vt:lpstr>
      <vt:lpstr>CLASSIFICATION &amp; TABULATION</vt:lpstr>
      <vt:lpstr>Classification</vt:lpstr>
      <vt:lpstr>PowerPoint Presentation</vt:lpstr>
      <vt:lpstr>Bases of Classification </vt:lpstr>
      <vt:lpstr>PowerPoint Presentation</vt:lpstr>
      <vt:lpstr>PowerPoint Presentation</vt:lpstr>
      <vt:lpstr>PowerPoint Presentation</vt:lpstr>
      <vt:lpstr>PowerPoint Presentation</vt:lpstr>
      <vt:lpstr>Variable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CLASSIFICATION &amp; TABULATION</dc:title>
  <dc:creator>DELL</dc:creator>
  <cp:lastModifiedBy>Dr Laxmipriya parida</cp:lastModifiedBy>
  <cp:revision>15</cp:revision>
  <dcterms:created xsi:type="dcterms:W3CDTF">2024-07-02T04:57:41Z</dcterms:created>
  <dcterms:modified xsi:type="dcterms:W3CDTF">2025-07-09T04:22:50Z</dcterms:modified>
</cp:coreProperties>
</file>