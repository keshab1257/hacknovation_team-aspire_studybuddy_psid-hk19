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5" r:id="rId4"/>
    <p:sldId id="261" r:id="rId5"/>
    <p:sldId id="257" r:id="rId6"/>
    <p:sldId id="258" r:id="rId7"/>
    <p:sldId id="259" r:id="rId8"/>
    <p:sldId id="262" r:id="rId9"/>
    <p:sldId id="266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2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457200"/>
            <a:ext cx="7103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Fourth Normal Form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7673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Multivalued Dependency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Multivalued dependency occurs when two attributes in a table are independent of each other but, both depend on a third attribute.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A multivalued dependency consists of at least two attributes that are dependent on a third attribute that's why it always requires at least three attributes.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18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Multivalued Dependency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If A</a:t>
            </a:r>
            <a:r>
              <a:rPr lang="en-US" dirty="0"/>
              <a:t>-&gt;-&gt;</a:t>
            </a:r>
            <a:r>
              <a:rPr lang="en-US" dirty="0" smtClean="0"/>
              <a:t>B(read as A multi  determines B) exists, for a single value of A, more than one value of B exists.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Table should have at least three columns.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For the table with A,B,C as three attributes, B and C should be independent.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r>
              <a:rPr lang="en-US" dirty="0" smtClean="0"/>
              <a:t>If all the above conditions are true, then the table may be in multivalued dependency.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2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Multivalued Dependency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468184"/>
              </p:ext>
            </p:extLst>
          </p:nvPr>
        </p:nvGraphicFramePr>
        <p:xfrm>
          <a:off x="1524000" y="22098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Std</a:t>
                      </a:r>
                      <a:r>
                        <a:rPr lang="en-US" dirty="0" smtClean="0"/>
                        <a:t>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Hobby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Computer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Dancing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Singing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Chemistry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Dancing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Cricket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Physics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Hockey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00200" y="4495800"/>
            <a:ext cx="6804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Course and Hobby are independent of each other but Course is </a:t>
            </a:r>
          </a:p>
          <a:p>
            <a:r>
              <a:rPr lang="en-US" dirty="0" smtClean="0"/>
              <a:t>dependent on </a:t>
            </a:r>
            <a:r>
              <a:rPr lang="en-US" dirty="0" err="1" smtClean="0"/>
              <a:t>Std</a:t>
            </a:r>
            <a:r>
              <a:rPr lang="en-US" dirty="0" smtClean="0"/>
              <a:t>-ID and Hobby is dependent on </a:t>
            </a:r>
            <a:r>
              <a:rPr lang="en-US" dirty="0" err="1" smtClean="0"/>
              <a:t>Std</a:t>
            </a:r>
            <a:r>
              <a:rPr lang="en-US" dirty="0" smtClean="0"/>
              <a:t>-ID.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39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Fourth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A relation will be in 4NF if it is in Boyce Codd normal form and has no multi-valued dependency.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For a dependency A → B, if for a single value of A, multiple values of B exists, then the relation will be a multi-valued dependency.</a:t>
            </a:r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848600" cy="1143000"/>
          </a:xfrm>
        </p:spPr>
        <p:txBody>
          <a:bodyPr/>
          <a:lstStyle/>
          <a:p>
            <a:r>
              <a:rPr lang="en-US" dirty="0"/>
              <a:t>Fourth Normal Form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6" t="21455" r="25613" b="26154"/>
          <a:stretch/>
        </p:blipFill>
        <p:spPr bwMode="auto">
          <a:xfrm>
            <a:off x="1371600" y="1572904"/>
            <a:ext cx="7696200" cy="4751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54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Normal Form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2" t="15577" r="26154" b="14552"/>
          <a:stretch/>
        </p:blipFill>
        <p:spPr bwMode="auto">
          <a:xfrm>
            <a:off x="1371600" y="1524000"/>
            <a:ext cx="7543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992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US" dirty="0" smtClean="0"/>
              <a:t>Fifth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334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A relation is in 5NF if it is in 4NF </a:t>
            </a:r>
            <a:r>
              <a:rPr lang="en-US" sz="3600" dirty="0" smtClean="0"/>
              <a:t>and no join dependency exists.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can’t be further non loss decomposed.</a:t>
            </a:r>
            <a:endParaRPr lang="en-US" sz="3600" dirty="0"/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5NF is satisfied when all the tables are broken into as many tables as possible in order to avoid redundancy.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5NF is also known as Project-join normal form (PJ/NF).</a:t>
            </a:r>
          </a:p>
          <a:p>
            <a:pPr algn="just">
              <a:buFont typeface="Wingdings" pitchFamily="2" charset="2"/>
              <a:buChar char="Ø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6032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76200"/>
            <a:ext cx="7498080" cy="868362"/>
          </a:xfrm>
        </p:spPr>
        <p:txBody>
          <a:bodyPr/>
          <a:lstStyle/>
          <a:p>
            <a:r>
              <a:rPr lang="en-US" dirty="0" smtClean="0"/>
              <a:t>Join Dependency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5626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If the join of R1 and R2 over C is equal to relation R, then we can say that a join dependency (JD) exists.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Where R1 and R2 are the decompositions R1(A, B, C) and R2(C, D) of a given relations R (A, B, C, D).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Alternatively, R1 and R2 are a lossless decomposition of R.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A JD ⋈ {R1, R2,..., </a:t>
            </a:r>
            <a:r>
              <a:rPr lang="en-US" dirty="0" err="1"/>
              <a:t>Rn</a:t>
            </a:r>
            <a:r>
              <a:rPr lang="en-US" dirty="0"/>
              <a:t>} is said to hold over a relation R if R1, R2,....., </a:t>
            </a:r>
            <a:r>
              <a:rPr lang="en-US" dirty="0" err="1"/>
              <a:t>Rn</a:t>
            </a:r>
            <a:r>
              <a:rPr lang="en-US" dirty="0"/>
              <a:t> is a lossless-join decomposition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0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479926"/>
              </p:ext>
            </p:extLst>
          </p:nvPr>
        </p:nvGraphicFramePr>
        <p:xfrm>
          <a:off x="1524000" y="13970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63488"/>
              </p:ext>
            </p:extLst>
          </p:nvPr>
        </p:nvGraphicFramePr>
        <p:xfrm>
          <a:off x="1447800" y="3962400"/>
          <a:ext cx="2057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Company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XYZ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409420"/>
              </p:ext>
            </p:extLst>
          </p:nvPr>
        </p:nvGraphicFramePr>
        <p:xfrm>
          <a:off x="3733800" y="3962400"/>
          <a:ext cx="22098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7936"/>
              </p:ext>
            </p:extLst>
          </p:nvPr>
        </p:nvGraphicFramePr>
        <p:xfrm>
          <a:off x="6096000" y="3962400"/>
          <a:ext cx="2514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PQR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XYZ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XYZ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95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1775" y="2967335"/>
            <a:ext cx="35204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732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392</TotalTime>
  <Words>434</Words>
  <Application>Microsoft Office PowerPoint</Application>
  <PresentationFormat>On-screen Show (4:3)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Gill Sans MT</vt:lpstr>
      <vt:lpstr>Verdana</vt:lpstr>
      <vt:lpstr>Wingdings</vt:lpstr>
      <vt:lpstr>Wingdings 2</vt:lpstr>
      <vt:lpstr>Solstice</vt:lpstr>
      <vt:lpstr>PowerPoint Presentation</vt:lpstr>
      <vt:lpstr>Multivalued Dependency</vt:lpstr>
      <vt:lpstr>Multivalued Dependency</vt:lpstr>
      <vt:lpstr>Multivalued Dependency</vt:lpstr>
      <vt:lpstr>Fourth Normal Form</vt:lpstr>
      <vt:lpstr>Fourth Normal Form</vt:lpstr>
      <vt:lpstr>Fourth Normal Form</vt:lpstr>
      <vt:lpstr>Fifth Normal Form</vt:lpstr>
      <vt:lpstr>Join Dependency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</dc:creator>
  <cp:lastModifiedBy>soni2</cp:lastModifiedBy>
  <cp:revision>16</cp:revision>
  <dcterms:created xsi:type="dcterms:W3CDTF">2006-08-16T00:00:00Z</dcterms:created>
  <dcterms:modified xsi:type="dcterms:W3CDTF">2025-09-11T07:42:56Z</dcterms:modified>
</cp:coreProperties>
</file>