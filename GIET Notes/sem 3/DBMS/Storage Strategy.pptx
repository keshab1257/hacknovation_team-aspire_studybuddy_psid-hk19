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81" d="100"/>
          <a:sy n="81" d="100"/>
        </p:scale>
        <p:origin x="1086" y="9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4" name="Title 13"/>
          <p:cNvSpPr>
            <a:spLocks noGrp="1"/>
          </p:cNvSpPr>
          <p:nvPr>
            <p:ph type="ctrTitle"/>
          </p:nvPr>
        </p:nvSpPr>
        <p:spPr>
          <a:xfrm>
            <a:off x="1432560" y="359898"/>
            <a:ext cx="7406640" cy="1472184"/>
          </a:xfrm>
        </p:spPr>
        <p:txBody>
          <a:bodyPr anchor="b"/>
          <a:lstStyle>
            <a:lvl1pPr algn="l">
              <a:defRPr/>
            </a:lvl1pPr>
            <a:extLst/>
          </a:lstStyle>
          <a:p>
            <a:r>
              <a:rPr kumimoji="0" lang="en-US" smtClean="0"/>
              <a:t>Click to edit Master title style</a:t>
            </a:r>
            <a:endParaRPr kumimoji="0" lang="en-US"/>
          </a:p>
        </p:txBody>
      </p:sp>
      <p:sp>
        <p:nvSpPr>
          <p:cNvPr id="22" name="Subtitle 21"/>
          <p:cNvSpPr>
            <a:spLocks noGrp="1"/>
          </p:cNvSpPr>
          <p:nvPr>
            <p:ph type="subTitle" idx="1"/>
          </p:nvPr>
        </p:nvSpPr>
        <p:spPr>
          <a:xfrm>
            <a:off x="1432560" y="1850064"/>
            <a:ext cx="7406640" cy="1752600"/>
          </a:xfrm>
        </p:spPr>
        <p:txBody>
          <a:bodyPr tIns="0"/>
          <a:lstStyle>
            <a:lvl1pPr marL="27432" indent="0" algn="l">
              <a:buNone/>
              <a:defRPr sz="2600">
                <a:solidFill>
                  <a:schemeClr val="tx2">
                    <a:shade val="30000"/>
                    <a:satMod val="150000"/>
                  </a:schemeClr>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en-US" smtClean="0"/>
              <a:t>Click to edit Master subtitle style</a:t>
            </a:r>
            <a:endParaRPr kumimoji="0" lang="en-US"/>
          </a:p>
        </p:txBody>
      </p:sp>
      <p:sp>
        <p:nvSpPr>
          <p:cNvPr id="7" name="Date Placeholder 6"/>
          <p:cNvSpPr>
            <a:spLocks noGrp="1"/>
          </p:cNvSpPr>
          <p:nvPr>
            <p:ph type="dt" sz="half" idx="10"/>
          </p:nvPr>
        </p:nvSpPr>
        <p:spPr/>
        <p:txBody>
          <a:bodyPr/>
          <a:lstStyle/>
          <a:p>
            <a:fld id="{1D8BD707-D9CF-40AE-B4C6-C98DA3205C09}" type="datetimeFigureOut">
              <a:rPr lang="en-US" smtClean="0"/>
              <a:pPr/>
              <a:t>10/29/2024</a:t>
            </a:fld>
            <a:endParaRPr lang="en-US"/>
          </a:p>
        </p:txBody>
      </p:sp>
      <p:sp>
        <p:nvSpPr>
          <p:cNvPr id="20" name="Footer Placeholder 19"/>
          <p:cNvSpPr>
            <a:spLocks noGrp="1"/>
          </p:cNvSpPr>
          <p:nvPr>
            <p:ph type="ftr" sz="quarter" idx="11"/>
          </p:nvPr>
        </p:nvSpPr>
        <p:spPr/>
        <p:txBody>
          <a:bodyPr/>
          <a:lstStyle/>
          <a:p>
            <a:endParaRPr lang="en-US"/>
          </a:p>
        </p:txBody>
      </p:sp>
      <p:sp>
        <p:nvSpPr>
          <p:cNvPr id="10" name="Slide Number Placeholder 9"/>
          <p:cNvSpPr>
            <a:spLocks noGrp="1"/>
          </p:cNvSpPr>
          <p:nvPr>
            <p:ph type="sldNum" sz="quarter" idx="12"/>
          </p:nvPr>
        </p:nvSpPr>
        <p:spPr/>
        <p:txBody>
          <a:bodyPr/>
          <a:lstStyle/>
          <a:p>
            <a:fld id="{B6F15528-21DE-4FAA-801E-634DDDAF4B2B}" type="slidenum">
              <a:rPr lang="en-US" smtClean="0"/>
              <a:pPr/>
              <a:t>‹#›</a:t>
            </a:fld>
            <a:endParaRPr lang="en-US"/>
          </a:p>
        </p:txBody>
      </p:sp>
      <p:sp>
        <p:nvSpPr>
          <p:cNvPr id="8" name="Oval 7"/>
          <p:cNvSpPr/>
          <p:nvPr/>
        </p:nvSpPr>
        <p:spPr>
          <a:xfrm>
            <a:off x="921433" y="1413802"/>
            <a:ext cx="210312" cy="210312"/>
          </a:xfrm>
          <a:prstGeom prst="ellipse">
            <a:avLst/>
          </a:prstGeom>
          <a:gradFill rotWithShape="1">
            <a:gsLst>
              <a:gs pos="0">
                <a:schemeClr val="accent1">
                  <a:tint val="20000"/>
                  <a:satMod val="450000"/>
                  <a:alpha val="95000"/>
                </a:schemeClr>
              </a:gs>
              <a:gs pos="50000">
                <a:schemeClr val="accent1">
                  <a:tint val="38000"/>
                  <a:satMod val="250000"/>
                  <a:alpha val="90000"/>
                </a:schemeClr>
              </a:gs>
              <a:gs pos="95000">
                <a:schemeClr val="accent1">
                  <a:tint val="75000"/>
                  <a:satMod val="255000"/>
                  <a:alpha val="88000"/>
                </a:schemeClr>
              </a:gs>
              <a:gs pos="100000">
                <a:schemeClr val="accent1">
                  <a:tint val="100000"/>
                  <a:shade val="90000"/>
                  <a:satMod val="255000"/>
                  <a:alpha val="85000"/>
                </a:schemeClr>
              </a:gs>
            </a:gsLst>
            <a:path path="circle">
              <a:fillToRect l="25000" t="12500" r="75000" b="87500"/>
            </a:path>
          </a:gradFill>
          <a:ln w="2000" cap="rnd" cmpd="sng" algn="ctr">
            <a:solidFill>
              <a:schemeClr val="accent1">
                <a:shade val="90000"/>
                <a:satMod val="110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eaLnBrk="1" latinLnBrk="0" hangingPunct="1"/>
            <a:endParaRPr kumimoji="0" lang="en-US"/>
          </a:p>
        </p:txBody>
      </p:sp>
      <p:sp>
        <p:nvSpPr>
          <p:cNvPr id="9" name="Oval 8"/>
          <p:cNvSpPr/>
          <p:nvPr/>
        </p:nvSpPr>
        <p:spPr>
          <a:xfrm>
            <a:off x="1157176" y="1345016"/>
            <a:ext cx="64008" cy="64008"/>
          </a:xfrm>
          <a:prstGeom prst="ellipse">
            <a:avLst/>
          </a:prstGeom>
          <a:noFill/>
          <a:ln w="12700" cap="rnd" cmpd="sng" algn="ctr">
            <a:solidFill>
              <a:schemeClr val="accent1">
                <a:shade val="75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eaLnBrk="1" latinLnBrk="0" hangingPunct="1"/>
            <a:endParaRPr kumimoji="0"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pPr/>
              <a:t>10/29/2024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2282890" y="-54"/>
            <a:ext cx="6858000" cy="6858054"/>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2578392" y="2600325"/>
            <a:ext cx="6400800" cy="2286000"/>
          </a:xfrm>
        </p:spPr>
        <p:txBody>
          <a:bodyPr anchor="t"/>
          <a:lstStyle>
            <a:lvl1pPr algn="l">
              <a:lnSpc>
                <a:spcPts val="4500"/>
              </a:lnSpc>
              <a:buNone/>
              <a:defRPr sz="4000" b="1" cap="all"/>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2578392" y="1066800"/>
            <a:ext cx="6400800" cy="1509712"/>
          </a:xfrm>
        </p:spPr>
        <p:txBody>
          <a:bodyPr anchor="b"/>
          <a:lstStyle>
            <a:lvl1pPr marL="18288" indent="0">
              <a:lnSpc>
                <a:spcPts val="2300"/>
              </a:lnSpc>
              <a:spcBef>
                <a:spcPts val="0"/>
              </a:spcBef>
              <a:buNone/>
              <a:defRPr sz="2000">
                <a:solidFill>
                  <a:schemeClr val="tx2">
                    <a:shade val="30000"/>
                    <a:satMod val="150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10/29/2024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
        <p:nvSpPr>
          <p:cNvPr id="10" name="Rectangle 9"/>
          <p:cNvSpPr/>
          <p:nvPr/>
        </p:nvSpPr>
        <p:spPr bwMode="invGray">
          <a:xfrm>
            <a:off x="2286000" y="0"/>
            <a:ext cx="76200"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Oval 7"/>
          <p:cNvSpPr/>
          <p:nvPr/>
        </p:nvSpPr>
        <p:spPr>
          <a:xfrm>
            <a:off x="2172321" y="2814656"/>
            <a:ext cx="210312" cy="210312"/>
          </a:xfrm>
          <a:prstGeom prst="ellipse">
            <a:avLst/>
          </a:prstGeom>
          <a:gradFill rotWithShape="1">
            <a:gsLst>
              <a:gs pos="0">
                <a:schemeClr val="accent1">
                  <a:tint val="20000"/>
                  <a:satMod val="450000"/>
                  <a:alpha val="95000"/>
                </a:schemeClr>
              </a:gs>
              <a:gs pos="50000">
                <a:schemeClr val="accent1">
                  <a:tint val="38000"/>
                  <a:satMod val="250000"/>
                  <a:alpha val="90000"/>
                </a:schemeClr>
              </a:gs>
              <a:gs pos="95000">
                <a:schemeClr val="accent1">
                  <a:tint val="75000"/>
                  <a:satMod val="255000"/>
                  <a:alpha val="88000"/>
                </a:schemeClr>
              </a:gs>
              <a:gs pos="100000">
                <a:schemeClr val="accent1">
                  <a:tint val="100000"/>
                  <a:shade val="90000"/>
                  <a:satMod val="255000"/>
                  <a:alpha val="85000"/>
                </a:schemeClr>
              </a:gs>
            </a:gsLst>
            <a:path path="circle">
              <a:fillToRect l="25000" t="12500" r="75000" b="87500"/>
            </a:path>
          </a:gradFill>
          <a:ln w="2000" cap="rnd" cmpd="sng" algn="ctr">
            <a:solidFill>
              <a:schemeClr val="accent1">
                <a:shade val="90000"/>
                <a:satMod val="110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eaLnBrk="1" latinLnBrk="0" hangingPunct="1"/>
            <a:endParaRPr kumimoji="0" lang="en-US"/>
          </a:p>
        </p:txBody>
      </p:sp>
      <p:sp>
        <p:nvSpPr>
          <p:cNvPr id="9" name="Oval 8"/>
          <p:cNvSpPr/>
          <p:nvPr/>
        </p:nvSpPr>
        <p:spPr>
          <a:xfrm>
            <a:off x="2408064" y="2745870"/>
            <a:ext cx="64008" cy="64008"/>
          </a:xfrm>
          <a:prstGeom prst="ellipse">
            <a:avLst/>
          </a:prstGeom>
          <a:noFill/>
          <a:ln w="12700" cap="rnd" cmpd="sng" algn="ctr">
            <a:solidFill>
              <a:schemeClr val="accent1">
                <a:shade val="75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eaLnBrk="1" latinLnBrk="0" hangingPunct="1"/>
            <a:endParaRPr kumimoji="0"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35608" y="274320"/>
            <a:ext cx="7498080" cy="1143000"/>
          </a:xfrm>
        </p:spPr>
        <p:txBody>
          <a:bodyPr/>
          <a:lstStyle/>
          <a:p>
            <a:r>
              <a:rPr kumimoji="0" lang="en-US" smtClean="0"/>
              <a:t>Click to edit Master title style</a:t>
            </a:r>
            <a:endParaRPr kumimoji="0" lang="en-US"/>
          </a:p>
        </p:txBody>
      </p:sp>
      <p:sp>
        <p:nvSpPr>
          <p:cNvPr id="3" name="Content Placeholder 2"/>
          <p:cNvSpPr>
            <a:spLocks noGrp="1"/>
          </p:cNvSpPr>
          <p:nvPr>
            <p:ph sz="half" idx="1"/>
          </p:nvPr>
        </p:nvSpPr>
        <p:spPr>
          <a:xfrm>
            <a:off x="1435608" y="1524000"/>
            <a:ext cx="3657600" cy="4663440"/>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5276088" y="1524000"/>
            <a:ext cx="3657600" cy="4663440"/>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1D8BD707-D9CF-40AE-B4C6-C98DA3205C09}" type="datetimeFigureOut">
              <a:rPr lang="en-US" smtClean="0"/>
              <a:pPr/>
              <a:t>10/29/2024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5160336"/>
            <a:ext cx="8229600" cy="1143000"/>
          </a:xfrm>
        </p:spPr>
        <p:txBody>
          <a:bodyPr anchor="ctr"/>
          <a:lstStyle>
            <a:lvl1pPr algn="ctr">
              <a:defRPr sz="4500" b="1" cap="none" baseline="0"/>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328278"/>
            <a:ext cx="4023360" cy="640080"/>
          </a:xfrm>
          <a:solidFill>
            <a:schemeClr val="bg1"/>
          </a:solidFill>
          <a:ln w="10795">
            <a:solidFill>
              <a:schemeClr val="bg1"/>
            </a:solidFill>
            <a:miter lim="800000"/>
          </a:ln>
        </p:spPr>
        <p:txBody>
          <a:bodyPr anchor="ctr"/>
          <a:lstStyle>
            <a:lvl1pPr marL="64008" indent="0" algn="l">
              <a:lnSpc>
                <a:spcPct val="100000"/>
              </a:lnSpc>
              <a:spcBef>
                <a:spcPts val="100"/>
              </a:spcBef>
              <a:buNone/>
              <a:defRPr sz="1900" b="0">
                <a:solidFill>
                  <a:schemeClr val="tx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63440" y="328278"/>
            <a:ext cx="4023360" cy="640080"/>
          </a:xfrm>
          <a:solidFill>
            <a:schemeClr val="bg1"/>
          </a:solidFill>
          <a:ln w="10795">
            <a:solidFill>
              <a:schemeClr val="bg1"/>
            </a:solidFill>
            <a:miter lim="800000"/>
          </a:ln>
        </p:spPr>
        <p:txBody>
          <a:bodyPr anchor="ctr"/>
          <a:lstStyle>
            <a:lvl1pPr marL="64008" indent="0" algn="l">
              <a:lnSpc>
                <a:spcPct val="100000"/>
              </a:lnSpc>
              <a:spcBef>
                <a:spcPts val="100"/>
              </a:spcBef>
              <a:buNone/>
              <a:defRPr sz="1900" b="0">
                <a:solidFill>
                  <a:schemeClr val="tx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969336"/>
            <a:ext cx="4023360" cy="4114800"/>
          </a:xfrm>
          <a:ln w="10795">
            <a:solidFill>
              <a:schemeClr val="bg1"/>
            </a:solidFill>
            <a:prstDash val="dash"/>
            <a:miter lim="800000"/>
          </a:ln>
        </p:spPr>
        <p:txBody>
          <a:bodyPr/>
          <a:lstStyle>
            <a:lvl1pPr marL="393192" indent="-274320">
              <a:lnSpc>
                <a:spcPct val="100000"/>
              </a:lnSpc>
              <a:spcBef>
                <a:spcPts val="700"/>
              </a:spcBef>
              <a:defRPr sz="2400"/>
            </a:lvl1pPr>
            <a:lvl2pPr>
              <a:lnSpc>
                <a:spcPct val="100000"/>
              </a:lnSpc>
              <a:spcBef>
                <a:spcPts val="700"/>
              </a:spcBef>
              <a:defRPr sz="2000"/>
            </a:lvl2pPr>
            <a:lvl3pPr>
              <a:lnSpc>
                <a:spcPct val="100000"/>
              </a:lnSpc>
              <a:spcBef>
                <a:spcPts val="700"/>
              </a:spcBef>
              <a:defRPr sz="1800"/>
            </a:lvl3pPr>
            <a:lvl4pPr>
              <a:lnSpc>
                <a:spcPct val="100000"/>
              </a:lnSpc>
              <a:spcBef>
                <a:spcPts val="700"/>
              </a:spcBef>
              <a:defRPr sz="1600"/>
            </a:lvl4pPr>
            <a:lvl5pPr>
              <a:lnSpc>
                <a:spcPct val="100000"/>
              </a:lnSpc>
              <a:spcBef>
                <a:spcPts val="700"/>
              </a:spcBef>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63440" y="969336"/>
            <a:ext cx="4023360" cy="4114800"/>
          </a:xfrm>
          <a:ln w="10795">
            <a:solidFill>
              <a:schemeClr val="bg1"/>
            </a:solidFill>
            <a:prstDash val="dash"/>
            <a:miter lim="800000"/>
          </a:ln>
        </p:spPr>
        <p:txBody>
          <a:bodyPr/>
          <a:lstStyle>
            <a:lvl1pPr marL="393192" indent="-274320">
              <a:lnSpc>
                <a:spcPct val="100000"/>
              </a:lnSpc>
              <a:spcBef>
                <a:spcPts val="700"/>
              </a:spcBef>
              <a:defRPr sz="2400"/>
            </a:lvl1pPr>
            <a:lvl2pPr>
              <a:lnSpc>
                <a:spcPct val="100000"/>
              </a:lnSpc>
              <a:spcBef>
                <a:spcPts val="700"/>
              </a:spcBef>
              <a:defRPr sz="2000"/>
            </a:lvl2pPr>
            <a:lvl3pPr>
              <a:lnSpc>
                <a:spcPct val="100000"/>
              </a:lnSpc>
              <a:spcBef>
                <a:spcPts val="700"/>
              </a:spcBef>
              <a:defRPr sz="1800"/>
            </a:lvl3pPr>
            <a:lvl4pPr>
              <a:lnSpc>
                <a:spcPct val="100000"/>
              </a:lnSpc>
              <a:spcBef>
                <a:spcPts val="700"/>
              </a:spcBef>
              <a:defRPr sz="1600"/>
            </a:lvl4pPr>
            <a:lvl5pPr>
              <a:lnSpc>
                <a:spcPct val="100000"/>
              </a:lnSpc>
              <a:spcBef>
                <a:spcPts val="700"/>
              </a:spcBef>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p>
            <a:fld id="{1D8BD707-D9CF-40AE-B4C6-C98DA3205C09}" type="datetimeFigureOut">
              <a:rPr lang="en-US" smtClean="0"/>
              <a:pPr/>
              <a:t>10/29/2024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435608" y="274320"/>
            <a:ext cx="7498080" cy="1143000"/>
          </a:xfrm>
        </p:spPr>
        <p:txBody>
          <a:bodyPr anchor="ctr"/>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fld id="{1D8BD707-D9CF-40AE-B4C6-C98DA3205C09}" type="datetimeFigureOut">
              <a:rPr lang="en-US" smtClean="0"/>
              <a:pPr/>
              <a:t>10/29/2024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1014984" y="0"/>
            <a:ext cx="8129016" cy="6858000"/>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Date Placeholder 1"/>
          <p:cNvSpPr>
            <a:spLocks noGrp="1"/>
          </p:cNvSpPr>
          <p:nvPr>
            <p:ph type="dt" sz="half" idx="10"/>
          </p:nvPr>
        </p:nvSpPr>
        <p:spPr/>
        <p:txBody>
          <a:bodyPr/>
          <a:lstStyle/>
          <a:p>
            <a:fld id="{1D8BD707-D9CF-40AE-B4C6-C98DA3205C09}" type="datetimeFigureOut">
              <a:rPr lang="en-US" smtClean="0"/>
              <a:pPr/>
              <a:t>10/29/2024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
        <p:nvSpPr>
          <p:cNvPr id="6" name="Rectangle 5"/>
          <p:cNvSpPr/>
          <p:nvPr/>
        </p:nvSpPr>
        <p:spPr bwMode="invGray">
          <a:xfrm>
            <a:off x="1014984" y="-54"/>
            <a:ext cx="73152"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16778"/>
            <a:ext cx="3810000" cy="1162050"/>
          </a:xfrm>
          <a:ln>
            <a:noFill/>
          </a:ln>
        </p:spPr>
        <p:txBody>
          <a:bodyPr anchor="b"/>
          <a:lstStyle>
            <a:lvl1pPr algn="l">
              <a:lnSpc>
                <a:spcPts val="2000"/>
              </a:lnSpc>
              <a:buNone/>
              <a:defRPr sz="2200" b="1" cap="all" baseline="0"/>
            </a:lvl1pPr>
            <a:extLst/>
          </a:lstStyle>
          <a:p>
            <a:r>
              <a:rPr kumimoji="0" lang="en-US" smtClean="0"/>
              <a:t>Click to edit Master title style</a:t>
            </a:r>
            <a:endParaRPr kumimoji="0" lang="en-US"/>
          </a:p>
        </p:txBody>
      </p:sp>
      <p:sp>
        <p:nvSpPr>
          <p:cNvPr id="3" name="Text Placeholder 2"/>
          <p:cNvSpPr>
            <a:spLocks noGrp="1"/>
          </p:cNvSpPr>
          <p:nvPr>
            <p:ph type="body" idx="2"/>
          </p:nvPr>
        </p:nvSpPr>
        <p:spPr>
          <a:xfrm>
            <a:off x="457200" y="1406964"/>
            <a:ext cx="3810000" cy="698500"/>
          </a:xfrm>
        </p:spPr>
        <p:txBody>
          <a:bodyPr/>
          <a:lstStyle>
            <a:lvl1pPr marL="45720" indent="0">
              <a:lnSpc>
                <a:spcPct val="100000"/>
              </a:lnSpc>
              <a:spcBef>
                <a:spcPts val="0"/>
              </a:spcBef>
              <a:buNone/>
              <a:defRPr sz="1400"/>
            </a:lvl1pPr>
            <a:lvl2pPr>
              <a:buNone/>
              <a:defRPr sz="1200"/>
            </a:lvl2pPr>
            <a:lvl3pPr>
              <a:buNone/>
              <a:defRPr sz="1000"/>
            </a:lvl3pPr>
            <a:lvl4pPr>
              <a:buNone/>
              <a:defRPr sz="900"/>
            </a:lvl4pPr>
            <a:lvl5pPr>
              <a:buNone/>
              <a:defRPr sz="900"/>
            </a:lvl5pPr>
            <a:extLst/>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457200" y="2133600"/>
            <a:ext cx="8153400" cy="3992563"/>
          </a:xfrm>
        </p:spPr>
        <p:txBody>
          <a:bodyPr/>
          <a:lstStyle>
            <a:lvl1pPr>
              <a:defRPr sz="3200"/>
            </a:lvl1pPr>
            <a:lvl2pPr>
              <a:defRPr sz="2800"/>
            </a:lvl2pPr>
            <a:lvl3pPr>
              <a:defRPr sz="2400"/>
            </a:lvl3pPr>
            <a:lvl4pPr>
              <a:defRPr sz="2000"/>
            </a:lvl4pPr>
            <a:lvl5pPr>
              <a:defRPr sz="20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1D8BD707-D9CF-40AE-B4C6-C98DA3205C09}" type="datetimeFigureOut">
              <a:rPr lang="en-US" smtClean="0"/>
              <a:pPr/>
              <a:t>10/29/2024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86896" y="1066800"/>
            <a:ext cx="2743200" cy="1981200"/>
          </a:xfrm>
        </p:spPr>
        <p:txBody>
          <a:bodyPr anchor="b">
            <a:noAutofit/>
          </a:bodyPr>
          <a:lstStyle>
            <a:lvl1pPr algn="l">
              <a:buNone/>
              <a:defRPr sz="2100" b="1">
                <a:effectLst/>
              </a:defRPr>
            </a:lvl1pPr>
            <a:extLst/>
          </a:lstStyle>
          <a:p>
            <a:r>
              <a:rPr kumimoji="0" lang="en-US" smtClean="0"/>
              <a:t>Click to edit Master title style</a:t>
            </a:r>
            <a:endParaRPr kumimoji="0" lang="en-US"/>
          </a:p>
        </p:txBody>
      </p:sp>
      <p:sp>
        <p:nvSpPr>
          <p:cNvPr id="5" name="Date Placeholder 4"/>
          <p:cNvSpPr>
            <a:spLocks noGrp="1"/>
          </p:cNvSpPr>
          <p:nvPr>
            <p:ph type="dt" sz="half" idx="10"/>
          </p:nvPr>
        </p:nvSpPr>
        <p:spPr/>
        <p:txBody>
          <a:bodyPr/>
          <a:lstStyle/>
          <a:p>
            <a:fld id="{1D8BD707-D9CF-40AE-B4C6-C98DA3205C09}" type="datetimeFigureOut">
              <a:rPr lang="en-US" smtClean="0"/>
              <a:pPr/>
              <a:t>10/29/2024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
        <p:nvSpPr>
          <p:cNvPr id="8" name="Rectangle 7"/>
          <p:cNvSpPr/>
          <p:nvPr/>
        </p:nvSpPr>
        <p:spPr>
          <a:xfrm>
            <a:off x="762000" y="1066800"/>
            <a:ext cx="4572000" cy="4572000"/>
          </a:xfrm>
          <a:prstGeom prst="rect">
            <a:avLst/>
          </a:prstGeom>
          <a:solidFill>
            <a:srgbClr val="FFFFFF"/>
          </a:solidFill>
          <a:ln w="88900" cap="sq">
            <a:solidFill>
              <a:srgbClr val="FFFFFF"/>
            </a:solidFill>
            <a:miter lim="800000"/>
          </a:ln>
          <a:effectLst>
            <a:outerShdw blurRad="55500" dist="18500" dir="5400000" algn="tl" rotWithShape="0">
              <a:srgbClr val="000000">
                <a:alpha val="35000"/>
              </a:srgbClr>
            </a:outerShdw>
          </a:effectLst>
          <a:scene3d>
            <a:camera prst="orthographicFront"/>
            <a:lightRig rig="twoPt" dir="t">
              <a:rot lat="0" lon="0" rev="7200000"/>
            </a:lightRig>
          </a:scene3d>
          <a:sp3d contourW="635">
            <a:bevelT w="25400" h="19050"/>
            <a:contourClr>
              <a:srgbClr val="969696"/>
            </a:contourClr>
          </a:sp3d>
        </p:spPr>
        <p:txBody>
          <a:bodyPr lIns="91440" tIns="274320" rtlCol="0" anchor="t">
            <a:normAutofit/>
          </a:bodyPr>
          <a:lstStyle/>
          <a:p>
            <a:pPr marL="0" indent="-283464" algn="l" rtl="0" eaLnBrk="1" latinLnBrk="0" hangingPunct="1">
              <a:lnSpc>
                <a:spcPts val="3000"/>
              </a:lnSpc>
              <a:spcBef>
                <a:spcPts val="600"/>
              </a:spcBef>
              <a:buClr>
                <a:schemeClr val="accent1"/>
              </a:buClr>
              <a:buSzPct val="80000"/>
              <a:buFont typeface="Wingdings 2"/>
              <a:buNone/>
            </a:pPr>
            <a:endParaRPr kumimoji="0" lang="en-US" sz="3200" kern="1200">
              <a:solidFill>
                <a:schemeClr val="tx1"/>
              </a:solidFill>
              <a:latin typeface="+mn-lt"/>
              <a:ea typeface="+mn-ea"/>
              <a:cs typeface="+mn-cs"/>
            </a:endParaRPr>
          </a:p>
        </p:txBody>
      </p:sp>
      <p:sp>
        <p:nvSpPr>
          <p:cNvPr id="3" name="Picture Placeholder 2"/>
          <p:cNvSpPr>
            <a:spLocks noGrp="1"/>
          </p:cNvSpPr>
          <p:nvPr>
            <p:ph type="pic" idx="1"/>
          </p:nvPr>
        </p:nvSpPr>
        <p:spPr>
          <a:xfrm>
            <a:off x="838200" y="1143003"/>
            <a:ext cx="4419600" cy="3514531"/>
          </a:xfrm>
          <a:prstGeom prst="roundRect">
            <a:avLst>
              <a:gd name="adj" fmla="val 783"/>
            </a:avLst>
          </a:prstGeom>
          <a:solidFill>
            <a:schemeClr val="bg2"/>
          </a:solidFill>
          <a:ln w="127000">
            <a:noFill/>
            <a:miter lim="800000"/>
          </a:ln>
          <a:effectLst/>
        </p:spPr>
        <p:txBody>
          <a:bodyPr lIns="91440" tIns="274320" anchor="t"/>
          <a:lstStyle>
            <a:lvl1pPr indent="0">
              <a:buNone/>
              <a:defRPr sz="3200"/>
            </a:lvl1pPr>
            <a:extLst/>
          </a:lstStyle>
          <a:p>
            <a:pPr marL="0" algn="l" eaLnBrk="1" latinLnBrk="0" hangingPunct="1"/>
            <a:r>
              <a:rPr kumimoji="0" lang="en-US" smtClean="0"/>
              <a:t>Click icon to add picture</a:t>
            </a:r>
            <a:endParaRPr kumimoji="0" lang="en-US" dirty="0"/>
          </a:p>
        </p:txBody>
      </p:sp>
      <p:sp>
        <p:nvSpPr>
          <p:cNvPr id="9" name="Flowchart: Process 8"/>
          <p:cNvSpPr/>
          <p:nvPr/>
        </p:nvSpPr>
        <p:spPr>
          <a:xfrm rot="19468671">
            <a:off x="396725" y="954341"/>
            <a:ext cx="685800" cy="204310"/>
          </a:xfrm>
          <a:prstGeom prst="flowChartProcess">
            <a:avLst/>
          </a:prstGeom>
          <a:solidFill>
            <a:srgbClr val="FBFBFB">
              <a:alpha val="45098"/>
            </a:srgbClr>
          </a:solidFill>
          <a:ln w="6350" cap="rnd" cmpd="sng" algn="ctr">
            <a:solidFill>
              <a:srgbClr val="FFFFFF">
                <a:alpha val="100000"/>
              </a:srgbClr>
            </a:solidFill>
            <a:prstDash val="solid"/>
          </a:ln>
          <a:effectLst>
            <a:outerShdw blurRad="25400" dist="25400" dir="3300000" sx="96000" sy="96000" algn="tl" rotWithShape="0">
              <a:schemeClr val="bg2">
                <a:shade val="90000"/>
                <a:satMod val="200000"/>
                <a:alpha val="40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Flowchart: Process 9"/>
          <p:cNvSpPr/>
          <p:nvPr/>
        </p:nvSpPr>
        <p:spPr>
          <a:xfrm rot="2103354" flipH="1">
            <a:off x="5003667" y="936786"/>
            <a:ext cx="649224" cy="204310"/>
          </a:xfrm>
          <a:prstGeom prst="flowChartProcess">
            <a:avLst/>
          </a:prstGeom>
          <a:solidFill>
            <a:srgbClr val="FBFBFB">
              <a:alpha val="45098"/>
            </a:srgbClr>
          </a:solidFill>
          <a:ln w="6350" cap="rnd" cmpd="sng" algn="ctr">
            <a:solidFill>
              <a:srgbClr val="FFFFFF">
                <a:alpha val="100000"/>
              </a:srgbClr>
            </a:solidFill>
            <a:prstDash val="solid"/>
          </a:ln>
          <a:effectLst>
            <a:outerShdw blurRad="25400" dist="25400" dir="3300000" sx="96000" sy="96000" algn="tl" rotWithShape="0">
              <a:schemeClr val="bg2">
                <a:alpha val="20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4" name="Text Placeholder 3"/>
          <p:cNvSpPr>
            <a:spLocks noGrp="1"/>
          </p:cNvSpPr>
          <p:nvPr>
            <p:ph type="body" sz="half" idx="2"/>
          </p:nvPr>
        </p:nvSpPr>
        <p:spPr>
          <a:xfrm>
            <a:off x="838200" y="4800600"/>
            <a:ext cx="4419600" cy="762000"/>
          </a:xfrm>
        </p:spPr>
        <p:txBody>
          <a:bodyPr anchor="ctr"/>
          <a:lstStyle>
            <a:lvl1pPr marL="0" indent="0" algn="l">
              <a:lnSpc>
                <a:spcPts val="1600"/>
              </a:lnSpc>
              <a:spcBef>
                <a:spcPts val="0"/>
              </a:spcBef>
              <a:buNone/>
              <a:defRPr sz="1400">
                <a:solidFill>
                  <a:srgbClr val="777777"/>
                </a:solidFill>
              </a:defRPr>
            </a:lvl1pPr>
            <a:lvl2pPr>
              <a:defRPr sz="1200"/>
            </a:lvl2pPr>
            <a:lvl3pPr>
              <a:defRPr sz="1000"/>
            </a:lvl3pPr>
            <a:lvl4pPr>
              <a:defRPr sz="900"/>
            </a:lvl4pPr>
            <a:lvl5pPr>
              <a:defRPr sz="900"/>
            </a:lvl5pPr>
            <a:extLst/>
          </a:lstStyle>
          <a:p>
            <a:pPr lvl="0" eaLnBrk="1" latinLnBrk="0" hangingPunct="1"/>
            <a:r>
              <a:rPr kumimoji="0" lang="en-US" smtClean="0"/>
              <a:t>Click to edit Master text styles</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pPr/>
              <a:t>10/29/2024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58000" y="274639"/>
            <a:ext cx="1828800" cy="5851525"/>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1143000" y="274640"/>
            <a:ext cx="5562600" cy="5851525"/>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pPr/>
              <a:t>10/29/2024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7" name="Pie 6"/>
          <p:cNvSpPr/>
          <p:nvPr/>
        </p:nvSpPr>
        <p:spPr>
          <a:xfrm>
            <a:off x="-815927" y="-815922"/>
            <a:ext cx="1638887" cy="1638887"/>
          </a:xfrm>
          <a:prstGeom prst="pie">
            <a:avLst>
              <a:gd name="adj1" fmla="val 0"/>
              <a:gd name="adj2" fmla="val 5402120"/>
            </a:avLst>
          </a:prstGeom>
          <a:solidFill>
            <a:schemeClr val="bg2">
              <a:tint val="18000"/>
              <a:satMod val="220000"/>
              <a:alpha val="33000"/>
            </a:schemeClr>
          </a:solidFill>
          <a:ln w="3175" cap="rnd" cmpd="sng" algn="ctr">
            <a:solidFill>
              <a:schemeClr val="bg2">
                <a:shade val="70000"/>
                <a:satMod val="200000"/>
                <a:alpha val="100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Oval 7"/>
          <p:cNvSpPr/>
          <p:nvPr/>
        </p:nvSpPr>
        <p:spPr>
          <a:xfrm>
            <a:off x="168816" y="21102"/>
            <a:ext cx="1702191" cy="1702191"/>
          </a:xfrm>
          <a:prstGeom prst="ellipse">
            <a:avLst/>
          </a:prstGeom>
          <a:noFill/>
          <a:ln w="27305" cap="rnd" cmpd="sng" algn="ctr">
            <a:solidFill>
              <a:schemeClr val="bg2">
                <a:tint val="45000"/>
                <a:satMod val="325000"/>
                <a:alpha val="100000"/>
              </a:schemeClr>
            </a:solidFill>
            <a:prstDash val="solid"/>
          </a:ln>
          <a:effectLst>
            <a:outerShdw blurRad="25400" dist="25400" dir="5400000" algn="tl" rotWithShape="0">
              <a:schemeClr val="bg2">
                <a:shade val="50000"/>
                <a:satMod val="150000"/>
                <a:alpha val="8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Donut 10"/>
          <p:cNvSpPr/>
          <p:nvPr/>
        </p:nvSpPr>
        <p:spPr>
          <a:xfrm rot="2315675">
            <a:off x="182881" y="1055077"/>
            <a:ext cx="1125717" cy="1102624"/>
          </a:xfrm>
          <a:prstGeom prst="donut">
            <a:avLst>
              <a:gd name="adj" fmla="val 11833"/>
            </a:avLst>
          </a:prstGeom>
          <a:gradFill rotWithShape="1">
            <a:gsLst>
              <a:gs pos="0">
                <a:schemeClr val="bg2">
                  <a:tint val="10000"/>
                  <a:shade val="99000"/>
                  <a:satMod val="355000"/>
                  <a:alpha val="70000"/>
                </a:schemeClr>
              </a:gs>
              <a:gs pos="70000">
                <a:schemeClr val="bg2">
                  <a:tint val="6000"/>
                  <a:shade val="100000"/>
                  <a:satMod val="400000"/>
                  <a:alpha val="55000"/>
                </a:schemeClr>
              </a:gs>
              <a:gs pos="100000">
                <a:schemeClr val="bg2">
                  <a:tint val="100000"/>
                  <a:shade val="75000"/>
                  <a:satMod val="370000"/>
                  <a:alpha val="60000"/>
                </a:schemeClr>
              </a:gs>
            </a:gsLst>
            <a:path path="circle">
              <a:fillToRect l="-407500" t="-50000" r="507500" b="150000"/>
            </a:path>
          </a:gradFill>
          <a:ln w="7350" cap="rnd" cmpd="sng" algn="ctr">
            <a:solidFill>
              <a:schemeClr val="bg2">
                <a:shade val="60000"/>
                <a:satMod val="220000"/>
                <a:alpha val="100000"/>
              </a:schemeClr>
            </a:solidFill>
            <a:prstDash val="solid"/>
          </a:ln>
          <a:effectLst>
            <a:outerShdw blurRad="12700" dist="15000" dir="4500000" algn="tl" rotWithShape="0">
              <a:schemeClr val="bg2">
                <a:shade val="10000"/>
                <a:satMod val="200000"/>
                <a:alpha val="3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Rectangle 11"/>
          <p:cNvSpPr/>
          <p:nvPr/>
        </p:nvSpPr>
        <p:spPr>
          <a:xfrm>
            <a:off x="1012873" y="-54"/>
            <a:ext cx="8131127" cy="6858054"/>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5" name="Title Placeholder 4"/>
          <p:cNvSpPr>
            <a:spLocks noGrp="1"/>
          </p:cNvSpPr>
          <p:nvPr>
            <p:ph type="title"/>
          </p:nvPr>
        </p:nvSpPr>
        <p:spPr>
          <a:xfrm>
            <a:off x="1435608" y="274638"/>
            <a:ext cx="7498080" cy="1143000"/>
          </a:xfrm>
          <a:prstGeom prst="rect">
            <a:avLst/>
          </a:prstGeom>
        </p:spPr>
        <p:txBody>
          <a:bodyPr anchor="ctr">
            <a:normAutofit/>
          </a:bodyPr>
          <a:lstStyle/>
          <a:p>
            <a:r>
              <a:rPr kumimoji="0" lang="en-US" smtClean="0"/>
              <a:t>Click to edit Master title style</a:t>
            </a:r>
            <a:endParaRPr kumimoji="0" lang="en-US"/>
          </a:p>
        </p:txBody>
      </p:sp>
      <p:sp>
        <p:nvSpPr>
          <p:cNvPr id="9" name="Text Placeholder 8"/>
          <p:cNvSpPr>
            <a:spLocks noGrp="1"/>
          </p:cNvSpPr>
          <p:nvPr>
            <p:ph type="body" idx="1"/>
          </p:nvPr>
        </p:nvSpPr>
        <p:spPr>
          <a:xfrm>
            <a:off x="1435608" y="1447800"/>
            <a:ext cx="7498080" cy="4800600"/>
          </a:xfrm>
          <a:prstGeom prst="rect">
            <a:avLst/>
          </a:prstGeom>
        </p:spPr>
        <p:txBody>
          <a:bodyPr>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24" name="Date Placeholder 23"/>
          <p:cNvSpPr>
            <a:spLocks noGrp="1"/>
          </p:cNvSpPr>
          <p:nvPr>
            <p:ph type="dt" sz="half" idx="2"/>
          </p:nvPr>
        </p:nvSpPr>
        <p:spPr>
          <a:xfrm>
            <a:off x="3581400" y="6305550"/>
            <a:ext cx="2133600" cy="476250"/>
          </a:xfrm>
          <a:prstGeom prst="rect">
            <a:avLst/>
          </a:prstGeom>
        </p:spPr>
        <p:txBody>
          <a:bodyPr anchor="b"/>
          <a:lstStyle>
            <a:lvl1pPr algn="r" eaLnBrk="1" latinLnBrk="0" hangingPunct="1">
              <a:defRPr kumimoji="0" sz="1200">
                <a:solidFill>
                  <a:schemeClr val="bg2">
                    <a:shade val="50000"/>
                    <a:satMod val="200000"/>
                  </a:schemeClr>
                </a:solidFill>
              </a:defRPr>
            </a:lvl1pPr>
            <a:extLst/>
          </a:lstStyle>
          <a:p>
            <a:fld id="{1D8BD707-D9CF-40AE-B4C6-C98DA3205C09}" type="datetimeFigureOut">
              <a:rPr lang="en-US" smtClean="0"/>
              <a:pPr/>
              <a:t>10/29/2024</a:t>
            </a:fld>
            <a:endParaRPr lang="en-US"/>
          </a:p>
        </p:txBody>
      </p:sp>
      <p:sp>
        <p:nvSpPr>
          <p:cNvPr id="10" name="Footer Placeholder 9"/>
          <p:cNvSpPr>
            <a:spLocks noGrp="1"/>
          </p:cNvSpPr>
          <p:nvPr>
            <p:ph type="ftr" sz="quarter" idx="3"/>
          </p:nvPr>
        </p:nvSpPr>
        <p:spPr>
          <a:xfrm>
            <a:off x="5715000" y="6305550"/>
            <a:ext cx="2895600" cy="476250"/>
          </a:xfrm>
          <a:prstGeom prst="rect">
            <a:avLst/>
          </a:prstGeom>
        </p:spPr>
        <p:txBody>
          <a:bodyPr anchor="b"/>
          <a:lstStyle>
            <a:lvl1pPr eaLnBrk="1" latinLnBrk="0" hangingPunct="1">
              <a:defRPr kumimoji="0" sz="1200">
                <a:solidFill>
                  <a:schemeClr val="bg2">
                    <a:shade val="50000"/>
                    <a:satMod val="200000"/>
                  </a:schemeClr>
                </a:solidFill>
                <a:effectLst/>
              </a:defRPr>
            </a:lvl1pPr>
            <a:extLst/>
          </a:lstStyle>
          <a:p>
            <a:endParaRPr lang="en-US"/>
          </a:p>
        </p:txBody>
      </p:sp>
      <p:sp>
        <p:nvSpPr>
          <p:cNvPr id="22" name="Slide Number Placeholder 21"/>
          <p:cNvSpPr>
            <a:spLocks noGrp="1"/>
          </p:cNvSpPr>
          <p:nvPr>
            <p:ph type="sldNum" sz="quarter" idx="4"/>
          </p:nvPr>
        </p:nvSpPr>
        <p:spPr>
          <a:xfrm>
            <a:off x="8613648" y="6305550"/>
            <a:ext cx="457200" cy="476250"/>
          </a:xfrm>
          <a:prstGeom prst="rect">
            <a:avLst/>
          </a:prstGeom>
        </p:spPr>
        <p:txBody>
          <a:bodyPr anchor="b"/>
          <a:lstStyle>
            <a:lvl1pPr algn="ctr" eaLnBrk="1" latinLnBrk="0" hangingPunct="1">
              <a:defRPr kumimoji="0" sz="1200">
                <a:solidFill>
                  <a:schemeClr val="bg2">
                    <a:shade val="50000"/>
                    <a:satMod val="200000"/>
                  </a:schemeClr>
                </a:solidFill>
                <a:effectLst/>
              </a:defRPr>
            </a:lvl1pPr>
            <a:extLst/>
          </a:lstStyle>
          <a:p>
            <a:fld id="{B6F15528-21DE-4FAA-801E-634DDDAF4B2B}" type="slidenum">
              <a:rPr lang="en-US" smtClean="0"/>
              <a:pPr/>
              <a:t>‹#›</a:t>
            </a:fld>
            <a:endParaRPr lang="en-US"/>
          </a:p>
        </p:txBody>
      </p:sp>
      <p:sp>
        <p:nvSpPr>
          <p:cNvPr id="15" name="Rectangle 14"/>
          <p:cNvSpPr/>
          <p:nvPr/>
        </p:nvSpPr>
        <p:spPr bwMode="invGray">
          <a:xfrm>
            <a:off x="1014984" y="-54"/>
            <a:ext cx="73152"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latinLnBrk="0" hangingPunct="1">
        <a:spcBef>
          <a:spcPct val="0"/>
        </a:spcBef>
        <a:buNone/>
        <a:defRPr kumimoji="0" sz="4300" kern="1200">
          <a:solidFill>
            <a:schemeClr val="tx2">
              <a:satMod val="130000"/>
            </a:schemeClr>
          </a:solidFill>
          <a:effectLst>
            <a:outerShdw blurRad="50000" dist="30000" dir="5400000" algn="tl" rotWithShape="0">
              <a:srgbClr val="000000">
                <a:alpha val="30000"/>
              </a:srgbClr>
            </a:outerShdw>
          </a:effectLst>
          <a:latin typeface="+mj-lt"/>
          <a:ea typeface="+mj-ea"/>
          <a:cs typeface="+mj-cs"/>
        </a:defRPr>
      </a:lvl1pPr>
      <a:extLst/>
    </p:titleStyle>
    <p:bodyStyle>
      <a:lvl1pPr marL="365760" indent="-283464" algn="l" rtl="0" eaLnBrk="1" latinLnBrk="0" hangingPunct="1">
        <a:lnSpc>
          <a:spcPct val="100000"/>
        </a:lnSpc>
        <a:spcBef>
          <a:spcPts val="600"/>
        </a:spcBef>
        <a:buClr>
          <a:schemeClr val="accent1"/>
        </a:buClr>
        <a:buSzPct val="80000"/>
        <a:buFont typeface="Wingdings 2"/>
        <a:buChar char=""/>
        <a:defRPr kumimoji="0" sz="3200" kern="1200">
          <a:solidFill>
            <a:schemeClr val="tx1"/>
          </a:solidFill>
          <a:latin typeface="+mn-lt"/>
          <a:ea typeface="+mn-ea"/>
          <a:cs typeface="+mn-cs"/>
        </a:defRPr>
      </a:lvl1pPr>
      <a:lvl2pPr marL="640080" indent="-237744" algn="l" rtl="0" eaLnBrk="1" latinLnBrk="0" hangingPunct="1">
        <a:lnSpc>
          <a:spcPct val="100000"/>
        </a:lnSpc>
        <a:spcBef>
          <a:spcPts val="550"/>
        </a:spcBef>
        <a:buClr>
          <a:schemeClr val="accent1"/>
        </a:buClr>
        <a:buFont typeface="Verdana"/>
        <a:buChar char="◦"/>
        <a:defRPr kumimoji="0" sz="2800" kern="1200">
          <a:solidFill>
            <a:schemeClr val="tx1"/>
          </a:solidFill>
          <a:latin typeface="+mn-lt"/>
          <a:ea typeface="+mn-ea"/>
          <a:cs typeface="+mn-cs"/>
        </a:defRPr>
      </a:lvl2pPr>
      <a:lvl3pPr marL="886968" indent="-228600" algn="l" rtl="0" eaLnBrk="1" latinLnBrk="0" hangingPunct="1">
        <a:lnSpc>
          <a:spcPct val="100000"/>
        </a:lnSpc>
        <a:spcBef>
          <a:spcPct val="20000"/>
        </a:spcBef>
        <a:buClr>
          <a:schemeClr val="accent2"/>
        </a:buClr>
        <a:buFont typeface="Wingdings 2"/>
        <a:buChar char=""/>
        <a:defRPr kumimoji="0" sz="2400" kern="1200">
          <a:solidFill>
            <a:schemeClr val="tx1"/>
          </a:solidFill>
          <a:latin typeface="+mn-lt"/>
          <a:ea typeface="+mn-ea"/>
          <a:cs typeface="+mn-cs"/>
        </a:defRPr>
      </a:lvl3pPr>
      <a:lvl4pPr marL="1097280" indent="-173736" algn="l" rtl="0" eaLnBrk="1" latinLnBrk="0" hangingPunct="1">
        <a:lnSpc>
          <a:spcPct val="100000"/>
        </a:lnSpc>
        <a:spcBef>
          <a:spcPct val="20000"/>
        </a:spcBef>
        <a:buClr>
          <a:schemeClr val="accent3"/>
        </a:buClr>
        <a:buFont typeface="Wingdings 2"/>
        <a:buChar char=""/>
        <a:defRPr kumimoji="0" sz="2000" kern="1200">
          <a:solidFill>
            <a:schemeClr val="tx1"/>
          </a:solidFill>
          <a:latin typeface="+mn-lt"/>
          <a:ea typeface="+mn-ea"/>
          <a:cs typeface="+mn-cs"/>
        </a:defRPr>
      </a:lvl4pPr>
      <a:lvl5pPr marL="1298448" indent="-182880" algn="l" rtl="0" eaLnBrk="1" latinLnBrk="0" hangingPunct="1">
        <a:lnSpc>
          <a:spcPct val="100000"/>
        </a:lnSpc>
        <a:spcBef>
          <a:spcPct val="20000"/>
        </a:spcBef>
        <a:buClr>
          <a:schemeClr val="accent4"/>
        </a:buClr>
        <a:buFont typeface="Wingdings 2"/>
        <a:buChar char=""/>
        <a:defRPr kumimoji="0" sz="2000" kern="1200">
          <a:solidFill>
            <a:schemeClr val="tx1"/>
          </a:solidFill>
          <a:latin typeface="+mn-lt"/>
          <a:ea typeface="+mn-ea"/>
          <a:cs typeface="+mn-cs"/>
        </a:defRPr>
      </a:lvl5pPr>
      <a:lvl6pPr marL="1508760" indent="-182880" algn="l" rtl="0" eaLnBrk="1" latinLnBrk="0" hangingPunct="1">
        <a:lnSpc>
          <a:spcPct val="100000"/>
        </a:lnSpc>
        <a:spcBef>
          <a:spcPct val="20000"/>
        </a:spcBef>
        <a:buClr>
          <a:schemeClr val="accent5"/>
        </a:buClr>
        <a:buFont typeface="Wingdings 2"/>
        <a:buChar char=""/>
        <a:defRPr kumimoji="0" sz="2000" kern="1200">
          <a:solidFill>
            <a:schemeClr val="tx1"/>
          </a:solidFill>
          <a:latin typeface="+mn-lt"/>
          <a:ea typeface="+mn-ea"/>
          <a:cs typeface="+mn-cs"/>
        </a:defRPr>
      </a:lvl6pPr>
      <a:lvl7pPr marL="1719072"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7pPr>
      <a:lvl8pPr marL="1920240"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8pPr>
      <a:lvl9pPr marL="2130552"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295400" y="762000"/>
            <a:ext cx="7670370" cy="923330"/>
          </a:xfrm>
          <a:prstGeom prst="rect">
            <a:avLst/>
          </a:prstGeom>
          <a:noFill/>
        </p:spPr>
        <p:txBody>
          <a:bodyPr wrap="none" lIns="91440" tIns="45720" rIns="91440" bIns="45720">
            <a:spAutoFit/>
          </a:bodyPr>
          <a:lstStyle/>
          <a:p>
            <a:pPr algn="ctr"/>
            <a:r>
              <a:rPr lang="en-US" sz="5400" b="1" cap="none" spc="0"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algn="tl" rotWithShape="0">
                    <a:srgbClr val="000000"/>
                  </a:outerShdw>
                </a:effectLst>
              </a:rPr>
              <a:t>STORAGE STRATEGY</a:t>
            </a:r>
            <a:endParaRPr lang="en-US" sz="5400" b="1" cap="none" spc="0" dirty="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algn="tl" rotWithShape="0">
                  <a:srgbClr val="000000"/>
                </a:outerShdw>
              </a:effectLst>
            </a:endParaRPr>
          </a:p>
        </p:txBody>
      </p:sp>
    </p:spTree>
    <p:extLst>
      <p:ext uri="{BB962C8B-B14F-4D97-AF65-F5344CB8AC3E}">
        <p14:creationId xmlns:p14="http://schemas.microsoft.com/office/powerpoint/2010/main" val="2022049042"/>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Types of storage devices</a:t>
            </a:r>
            <a:endParaRPr lang="en-US" dirty="0"/>
          </a:p>
        </p:txBody>
      </p:sp>
      <p:sp>
        <p:nvSpPr>
          <p:cNvPr id="3" name="Content Placeholder 2"/>
          <p:cNvSpPr>
            <a:spLocks noGrp="1"/>
          </p:cNvSpPr>
          <p:nvPr>
            <p:ph idx="1"/>
          </p:nvPr>
        </p:nvSpPr>
        <p:spPr/>
        <p:txBody>
          <a:bodyPr/>
          <a:lstStyle/>
          <a:p>
            <a:pPr marL="82296" indent="0" algn="just" fontAlgn="base">
              <a:buNone/>
            </a:pPr>
            <a:r>
              <a:rPr lang="en-US" dirty="0"/>
              <a:t>The records in databases are stored in file formats. Physically, the data is stored in electromagnetic format on a device. The electromagnetic devices used in database systems for data storage are classified as follows :</a:t>
            </a:r>
          </a:p>
          <a:p>
            <a:pPr fontAlgn="base">
              <a:buFont typeface="Wingdings" pitchFamily="2" charset="2"/>
              <a:buChar char="Ø"/>
            </a:pPr>
            <a:r>
              <a:rPr lang="en-US" dirty="0" smtClean="0"/>
              <a:t>Primary Memory</a:t>
            </a:r>
          </a:p>
          <a:p>
            <a:pPr fontAlgn="base">
              <a:buFont typeface="Wingdings" pitchFamily="2" charset="2"/>
              <a:buChar char="Ø"/>
            </a:pPr>
            <a:r>
              <a:rPr lang="en-US" dirty="0" smtClean="0"/>
              <a:t>Secondary Memory</a:t>
            </a:r>
          </a:p>
          <a:p>
            <a:pPr fontAlgn="base">
              <a:buFont typeface="Wingdings" pitchFamily="2" charset="2"/>
              <a:buChar char="Ø"/>
            </a:pPr>
            <a:r>
              <a:rPr lang="en-US" dirty="0" smtClean="0"/>
              <a:t>Tertiary Memory</a:t>
            </a:r>
            <a:r>
              <a:rPr lang="en-US" dirty="0"/>
              <a:t>      </a:t>
            </a:r>
          </a:p>
          <a:p>
            <a:pPr marL="82296" indent="0">
              <a:buNone/>
            </a:pPr>
            <a:endParaRPr lang="en-US" dirty="0"/>
          </a:p>
        </p:txBody>
      </p:sp>
    </p:spTree>
    <p:extLst>
      <p:ext uri="{BB962C8B-B14F-4D97-AF65-F5344CB8AC3E}">
        <p14:creationId xmlns:p14="http://schemas.microsoft.com/office/powerpoint/2010/main" val="3997959370"/>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Types of storage devices</a:t>
            </a:r>
          </a:p>
        </p:txBody>
      </p:sp>
      <p:pic>
        <p:nvPicPr>
          <p:cNvPr id="1026"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435100" y="1973262"/>
            <a:ext cx="7499350" cy="41989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348218642"/>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Primary Memory</a:t>
            </a:r>
            <a:endParaRPr lang="en-US" dirty="0"/>
          </a:p>
        </p:txBody>
      </p:sp>
      <p:sp>
        <p:nvSpPr>
          <p:cNvPr id="3" name="Content Placeholder 2"/>
          <p:cNvSpPr>
            <a:spLocks noGrp="1"/>
          </p:cNvSpPr>
          <p:nvPr>
            <p:ph idx="1"/>
          </p:nvPr>
        </p:nvSpPr>
        <p:spPr/>
        <p:txBody>
          <a:bodyPr/>
          <a:lstStyle/>
          <a:p>
            <a:pPr marL="82296" indent="0" algn="just">
              <a:buNone/>
            </a:pPr>
            <a:r>
              <a:rPr lang="en-US" dirty="0" smtClean="0"/>
              <a:t>Characteristics</a:t>
            </a:r>
          </a:p>
          <a:p>
            <a:pPr algn="just">
              <a:buFont typeface="Wingdings" pitchFamily="2" charset="2"/>
              <a:buChar char="Ø"/>
            </a:pPr>
            <a:r>
              <a:rPr lang="en-US" dirty="0" smtClean="0"/>
              <a:t>Quick </a:t>
            </a:r>
            <a:r>
              <a:rPr lang="en-US" dirty="0"/>
              <a:t>access </a:t>
            </a:r>
            <a:endParaRPr lang="en-US" dirty="0" smtClean="0"/>
          </a:p>
          <a:p>
            <a:pPr algn="just">
              <a:buFont typeface="Wingdings" pitchFamily="2" charset="2"/>
              <a:buChar char="Ø"/>
            </a:pPr>
            <a:r>
              <a:rPr lang="en-US" dirty="0"/>
              <a:t>V</a:t>
            </a:r>
            <a:r>
              <a:rPr lang="en-US" dirty="0" smtClean="0"/>
              <a:t>olatile storage</a:t>
            </a:r>
          </a:p>
          <a:p>
            <a:pPr algn="just">
              <a:buFont typeface="Wingdings" pitchFamily="2" charset="2"/>
              <a:buChar char="Ø"/>
            </a:pPr>
            <a:r>
              <a:rPr lang="en-US" dirty="0" smtClean="0"/>
              <a:t>More expensive</a:t>
            </a:r>
          </a:p>
          <a:p>
            <a:pPr marL="82296" indent="0" algn="just">
              <a:buNone/>
            </a:pPr>
            <a:endParaRPr lang="en-US" dirty="0" smtClean="0"/>
          </a:p>
          <a:p>
            <a:pPr marL="82296" indent="0" algn="just">
              <a:buNone/>
            </a:pPr>
            <a:r>
              <a:rPr lang="en-US" dirty="0" smtClean="0"/>
              <a:t>Types</a:t>
            </a:r>
          </a:p>
          <a:p>
            <a:pPr algn="just">
              <a:buFont typeface="Wingdings" pitchFamily="2" charset="2"/>
              <a:buChar char="Ø"/>
            </a:pPr>
            <a:r>
              <a:rPr lang="en-US" dirty="0" smtClean="0"/>
              <a:t>Main </a:t>
            </a:r>
            <a:r>
              <a:rPr lang="en-US" dirty="0"/>
              <a:t>memory </a:t>
            </a:r>
            <a:endParaRPr lang="en-US" dirty="0" smtClean="0"/>
          </a:p>
          <a:p>
            <a:pPr algn="just">
              <a:buFont typeface="Wingdings" pitchFamily="2" charset="2"/>
              <a:buChar char="Ø"/>
            </a:pPr>
            <a:r>
              <a:rPr lang="en-US" dirty="0"/>
              <a:t>C</a:t>
            </a:r>
            <a:r>
              <a:rPr lang="en-US" dirty="0" smtClean="0"/>
              <a:t>ache memory</a:t>
            </a:r>
            <a:endParaRPr lang="en-US" dirty="0"/>
          </a:p>
        </p:txBody>
      </p:sp>
    </p:spTree>
    <p:extLst>
      <p:ext uri="{BB962C8B-B14F-4D97-AF65-F5344CB8AC3E}">
        <p14:creationId xmlns:p14="http://schemas.microsoft.com/office/powerpoint/2010/main" val="4076388760"/>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Types of Primary Memory</a:t>
            </a:r>
            <a:endParaRPr lang="en-US" dirty="0"/>
          </a:p>
        </p:txBody>
      </p:sp>
      <p:sp>
        <p:nvSpPr>
          <p:cNvPr id="3" name="Content Placeholder 2"/>
          <p:cNvSpPr>
            <a:spLocks noGrp="1"/>
          </p:cNvSpPr>
          <p:nvPr>
            <p:ph idx="1"/>
          </p:nvPr>
        </p:nvSpPr>
        <p:spPr>
          <a:xfrm>
            <a:off x="1435608" y="1447800"/>
            <a:ext cx="7498080" cy="5257800"/>
          </a:xfrm>
        </p:spPr>
        <p:txBody>
          <a:bodyPr>
            <a:normAutofit fontScale="92500" lnSpcReduction="10000"/>
          </a:bodyPr>
          <a:lstStyle/>
          <a:p>
            <a:pPr marL="82296" indent="0" algn="just">
              <a:buNone/>
            </a:pPr>
            <a:r>
              <a:rPr lang="en-US" b="1" dirty="0" smtClean="0"/>
              <a:t>Main Memory:</a:t>
            </a:r>
            <a:r>
              <a:rPr lang="en-IN" b="1" dirty="0"/>
              <a:t> </a:t>
            </a:r>
            <a:r>
              <a:rPr lang="en-IN" dirty="0" smtClean="0"/>
              <a:t>It </a:t>
            </a:r>
            <a:r>
              <a:rPr lang="en-IN" dirty="0"/>
              <a:t>refers to the physical memory that is internal to the computer. The word main is used to distinguish it from external mass storage devices such as disk drives that is in main memory.</a:t>
            </a:r>
            <a:endParaRPr lang="en-US" dirty="0"/>
          </a:p>
          <a:p>
            <a:pPr marL="82296" indent="0" algn="just">
              <a:buNone/>
            </a:pPr>
            <a:endParaRPr lang="en-US" dirty="0"/>
          </a:p>
          <a:p>
            <a:pPr marL="82296" indent="0" algn="just">
              <a:buNone/>
            </a:pPr>
            <a:r>
              <a:rPr lang="en-US" b="1" dirty="0" smtClean="0"/>
              <a:t>Cache Memory: </a:t>
            </a:r>
            <a:r>
              <a:rPr lang="en-US" dirty="0"/>
              <a:t> </a:t>
            </a:r>
            <a:r>
              <a:rPr lang="en-IN" b="1" dirty="0"/>
              <a:t>: </a:t>
            </a:r>
            <a:r>
              <a:rPr lang="en-IN" dirty="0"/>
              <a:t>The collection of data which is stored in a hidden or inaccessible place. A cache is a smaller, faster memory, closer to a processor which stores copies of the data from frequently used main </a:t>
            </a:r>
            <a:r>
              <a:rPr lang="en-IN" dirty="0" smtClean="0"/>
              <a:t>memory. </a:t>
            </a:r>
            <a:r>
              <a:rPr lang="en-US" dirty="0" smtClean="0"/>
              <a:t>It is less expensive than system registers.</a:t>
            </a:r>
            <a:endParaRPr lang="en-US" dirty="0"/>
          </a:p>
        </p:txBody>
      </p:sp>
    </p:spTree>
    <p:extLst>
      <p:ext uri="{BB962C8B-B14F-4D97-AF65-F5344CB8AC3E}">
        <p14:creationId xmlns:p14="http://schemas.microsoft.com/office/powerpoint/2010/main" val="1292939023"/>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Secondary Memory</a:t>
            </a:r>
            <a:endParaRPr lang="en-US" dirty="0"/>
          </a:p>
        </p:txBody>
      </p:sp>
      <p:sp>
        <p:nvSpPr>
          <p:cNvPr id="3" name="Content Placeholder 2"/>
          <p:cNvSpPr>
            <a:spLocks noGrp="1"/>
          </p:cNvSpPr>
          <p:nvPr>
            <p:ph idx="1"/>
          </p:nvPr>
        </p:nvSpPr>
        <p:spPr/>
        <p:txBody>
          <a:bodyPr/>
          <a:lstStyle/>
          <a:p>
            <a:pPr algn="just">
              <a:buFont typeface="Wingdings" pitchFamily="2" charset="2"/>
              <a:buChar char="Ø"/>
            </a:pPr>
            <a:r>
              <a:rPr lang="en-US" dirty="0" smtClean="0"/>
              <a:t>It </a:t>
            </a:r>
            <a:r>
              <a:rPr lang="en-US" dirty="0"/>
              <a:t>is the storage area that allows the user to save and store data permanently. </a:t>
            </a:r>
            <a:endParaRPr lang="en-US" dirty="0" smtClean="0"/>
          </a:p>
          <a:p>
            <a:pPr algn="just">
              <a:buFont typeface="Wingdings" pitchFamily="2" charset="2"/>
              <a:buChar char="Ø"/>
            </a:pPr>
            <a:r>
              <a:rPr lang="en-US" dirty="0" smtClean="0"/>
              <a:t>This </a:t>
            </a:r>
            <a:r>
              <a:rPr lang="en-US" dirty="0"/>
              <a:t>type of memory does not lose the data due to any power failure or system crash. </a:t>
            </a:r>
            <a:endParaRPr lang="en-US" dirty="0" smtClean="0"/>
          </a:p>
          <a:p>
            <a:pPr algn="just">
              <a:buFont typeface="Wingdings" pitchFamily="2" charset="2"/>
              <a:buChar char="Ø"/>
            </a:pPr>
            <a:r>
              <a:rPr lang="en-US" dirty="0" smtClean="0"/>
              <a:t>That's </a:t>
            </a:r>
            <a:r>
              <a:rPr lang="en-US" dirty="0"/>
              <a:t>why we also call it non-volatile storage.</a:t>
            </a:r>
          </a:p>
        </p:txBody>
      </p:sp>
    </p:spTree>
    <p:extLst>
      <p:ext uri="{BB962C8B-B14F-4D97-AF65-F5344CB8AC3E}">
        <p14:creationId xmlns:p14="http://schemas.microsoft.com/office/powerpoint/2010/main" val="1396024945"/>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Types of Secondary Memory</a:t>
            </a:r>
            <a:endParaRPr lang="en-US" dirty="0"/>
          </a:p>
        </p:txBody>
      </p:sp>
      <p:sp>
        <p:nvSpPr>
          <p:cNvPr id="3" name="Content Placeholder 2"/>
          <p:cNvSpPr>
            <a:spLocks noGrp="1"/>
          </p:cNvSpPr>
          <p:nvPr>
            <p:ph idx="1"/>
          </p:nvPr>
        </p:nvSpPr>
        <p:spPr>
          <a:xfrm>
            <a:off x="1435608" y="1447800"/>
            <a:ext cx="7498080" cy="5105400"/>
          </a:xfrm>
        </p:spPr>
        <p:txBody>
          <a:bodyPr>
            <a:normAutofit fontScale="85000" lnSpcReduction="10000"/>
          </a:bodyPr>
          <a:lstStyle/>
          <a:p>
            <a:pPr algn="just" fontAlgn="base">
              <a:buFont typeface="Wingdings" pitchFamily="2" charset="2"/>
              <a:buChar char="Ø"/>
            </a:pPr>
            <a:r>
              <a:rPr lang="en-US" b="1" dirty="0"/>
              <a:t>Flash Memory: </a:t>
            </a:r>
            <a:r>
              <a:rPr lang="en-US" dirty="0" smtClean="0"/>
              <a:t>It also </a:t>
            </a:r>
            <a:r>
              <a:rPr lang="en-US" dirty="0"/>
              <a:t>known as flash storage, is a type of </a:t>
            </a:r>
            <a:r>
              <a:rPr lang="en-US" dirty="0" smtClean="0"/>
              <a:t>non-volatile </a:t>
            </a:r>
            <a:r>
              <a:rPr lang="en-US" dirty="0"/>
              <a:t>memory that erases data in units called blocks and rewrites data at the byte level. </a:t>
            </a:r>
            <a:r>
              <a:rPr lang="en-US" dirty="0" smtClean="0"/>
              <a:t>Unlike </a:t>
            </a:r>
            <a:r>
              <a:rPr lang="en-US" dirty="0"/>
              <a:t>traditional hard drives, flash memories are able to retain data even after the power has been </a:t>
            </a:r>
            <a:r>
              <a:rPr lang="en-US"/>
              <a:t>turned </a:t>
            </a:r>
            <a:r>
              <a:rPr lang="en-US" smtClean="0"/>
              <a:t>off.</a:t>
            </a:r>
            <a:endParaRPr lang="en-US" dirty="0"/>
          </a:p>
          <a:p>
            <a:pPr algn="just" fontAlgn="base">
              <a:buFont typeface="Wingdings" pitchFamily="2" charset="2"/>
              <a:buChar char="Ø"/>
            </a:pPr>
            <a:r>
              <a:rPr lang="en-US" b="1" dirty="0"/>
              <a:t>Magnetic Disk </a:t>
            </a:r>
            <a:r>
              <a:rPr lang="en-US" b="1" dirty="0" smtClean="0"/>
              <a:t>Storage:</a:t>
            </a:r>
            <a:r>
              <a:rPr lang="en-US" dirty="0"/>
              <a:t> </a:t>
            </a:r>
            <a:r>
              <a:rPr lang="en-US" dirty="0" smtClean="0"/>
              <a:t>It is </a:t>
            </a:r>
            <a:r>
              <a:rPr lang="en-US" dirty="0"/>
              <a:t>a type of secondary memory that is a flat disc covered with a magnetic coating to hold information. It is used to store various programs and files. The polarized information in one direction is represented by 1, and vice versa. The direction is indicated by 0. </a:t>
            </a:r>
          </a:p>
          <a:p>
            <a:pPr algn="just">
              <a:buFont typeface="Wingdings" pitchFamily="2" charset="2"/>
              <a:buChar char="Ø"/>
            </a:pPr>
            <a:endParaRPr lang="en-US" dirty="0"/>
          </a:p>
        </p:txBody>
      </p:sp>
    </p:spTree>
    <p:extLst>
      <p:ext uri="{BB962C8B-B14F-4D97-AF65-F5344CB8AC3E}">
        <p14:creationId xmlns:p14="http://schemas.microsoft.com/office/powerpoint/2010/main" val="2336370101"/>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Tertiary Storage</a:t>
            </a:r>
            <a:endParaRPr lang="en-US" dirty="0"/>
          </a:p>
        </p:txBody>
      </p:sp>
      <p:sp>
        <p:nvSpPr>
          <p:cNvPr id="3" name="Content Placeholder 2"/>
          <p:cNvSpPr>
            <a:spLocks noGrp="1"/>
          </p:cNvSpPr>
          <p:nvPr>
            <p:ph idx="1"/>
          </p:nvPr>
        </p:nvSpPr>
        <p:spPr/>
        <p:txBody>
          <a:bodyPr>
            <a:normAutofit/>
          </a:bodyPr>
          <a:lstStyle/>
          <a:p>
            <a:pPr algn="just">
              <a:buFont typeface="Wingdings" pitchFamily="2" charset="2"/>
              <a:buChar char="Ø"/>
            </a:pPr>
            <a:r>
              <a:rPr lang="en-US" sz="3600" dirty="0"/>
              <a:t>It is the storage type that is external from the computer system. </a:t>
            </a:r>
            <a:endParaRPr lang="en-US" sz="3600" dirty="0" smtClean="0"/>
          </a:p>
          <a:p>
            <a:pPr algn="just">
              <a:buFont typeface="Wingdings" pitchFamily="2" charset="2"/>
              <a:buChar char="Ø"/>
            </a:pPr>
            <a:r>
              <a:rPr lang="en-US" sz="3600" dirty="0" smtClean="0"/>
              <a:t>It </a:t>
            </a:r>
            <a:r>
              <a:rPr lang="en-US" sz="3600" dirty="0"/>
              <a:t>has the slowest speed. </a:t>
            </a:r>
            <a:endParaRPr lang="en-US" sz="3600" dirty="0" smtClean="0"/>
          </a:p>
          <a:p>
            <a:pPr algn="just">
              <a:buFont typeface="Wingdings" pitchFamily="2" charset="2"/>
              <a:buChar char="Ø"/>
            </a:pPr>
            <a:r>
              <a:rPr lang="en-US" sz="3600" dirty="0" smtClean="0"/>
              <a:t>But </a:t>
            </a:r>
            <a:r>
              <a:rPr lang="en-US" sz="3600" dirty="0"/>
              <a:t>it is capable of storing a large amount of data. </a:t>
            </a:r>
            <a:endParaRPr lang="en-US" sz="3600" dirty="0" smtClean="0"/>
          </a:p>
          <a:p>
            <a:pPr algn="just">
              <a:buFont typeface="Wingdings" pitchFamily="2" charset="2"/>
              <a:buChar char="Ø"/>
            </a:pPr>
            <a:r>
              <a:rPr lang="en-US" sz="3600" dirty="0" smtClean="0"/>
              <a:t>It </a:t>
            </a:r>
            <a:r>
              <a:rPr lang="en-US" sz="3600" dirty="0"/>
              <a:t>is also known as Offline storage. </a:t>
            </a:r>
            <a:endParaRPr lang="en-US" sz="3600" dirty="0" smtClean="0"/>
          </a:p>
          <a:p>
            <a:pPr algn="just">
              <a:buFont typeface="Wingdings" pitchFamily="2" charset="2"/>
              <a:buChar char="Ø"/>
            </a:pPr>
            <a:r>
              <a:rPr lang="en-US" sz="3600" dirty="0" smtClean="0"/>
              <a:t>Tertiary </a:t>
            </a:r>
            <a:r>
              <a:rPr lang="en-US" sz="3600" dirty="0"/>
              <a:t>storage is generally used for data backup. </a:t>
            </a:r>
          </a:p>
        </p:txBody>
      </p:sp>
    </p:spTree>
    <p:extLst>
      <p:ext uri="{BB962C8B-B14F-4D97-AF65-F5344CB8AC3E}">
        <p14:creationId xmlns:p14="http://schemas.microsoft.com/office/powerpoint/2010/main" val="298130626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35608" y="274638"/>
            <a:ext cx="7498080" cy="1020762"/>
          </a:xfrm>
        </p:spPr>
        <p:txBody>
          <a:bodyPr/>
          <a:lstStyle/>
          <a:p>
            <a:r>
              <a:rPr lang="en-US" dirty="0" smtClean="0"/>
              <a:t>Types of Tertiary Storage</a:t>
            </a:r>
            <a:endParaRPr lang="en-US" dirty="0"/>
          </a:p>
        </p:txBody>
      </p:sp>
      <p:sp>
        <p:nvSpPr>
          <p:cNvPr id="3" name="Content Placeholder 2"/>
          <p:cNvSpPr>
            <a:spLocks noGrp="1"/>
          </p:cNvSpPr>
          <p:nvPr>
            <p:ph idx="1"/>
          </p:nvPr>
        </p:nvSpPr>
        <p:spPr>
          <a:xfrm>
            <a:off x="1435608" y="1219200"/>
            <a:ext cx="7498080" cy="5410200"/>
          </a:xfrm>
        </p:spPr>
        <p:txBody>
          <a:bodyPr>
            <a:normAutofit fontScale="85000" lnSpcReduction="20000"/>
          </a:bodyPr>
          <a:lstStyle/>
          <a:p>
            <a:pPr algn="just">
              <a:buFont typeface="Wingdings" pitchFamily="2" charset="2"/>
              <a:buChar char="Ø"/>
            </a:pPr>
            <a:r>
              <a:rPr lang="en-US" b="1" dirty="0"/>
              <a:t>Optical Storage:</a:t>
            </a:r>
            <a:r>
              <a:rPr lang="en-US" dirty="0"/>
              <a:t> An optical storage can store megabytes or gigabytes of data. A Compact Disk (CD) can store 700 megabytes of data with a playtime of around 80 minutes. On the other hand, a Digital </a:t>
            </a:r>
            <a:r>
              <a:rPr lang="en-US" dirty="0" smtClean="0"/>
              <a:t>Versatile Disc </a:t>
            </a:r>
            <a:r>
              <a:rPr lang="en-US" dirty="0"/>
              <a:t>or a DVD can store 4.7 or 8.5 gigabytes of data on each side of the disk.</a:t>
            </a:r>
          </a:p>
          <a:p>
            <a:pPr algn="just">
              <a:buFont typeface="Wingdings" pitchFamily="2" charset="2"/>
              <a:buChar char="Ø"/>
            </a:pPr>
            <a:r>
              <a:rPr lang="en-US" b="1" dirty="0"/>
              <a:t>Tape Storage:</a:t>
            </a:r>
            <a:r>
              <a:rPr lang="en-US" dirty="0"/>
              <a:t> It is the cheapest storage medium than disks. Generally, tapes are used for archiving or backing up the data. It provides slow access to data as it accesses data sequentially from the start. Thus, tape storage is also known as sequential-access storage. Disk storage is known as direct-access storage as we can directly access the data from any location on disk.</a:t>
            </a:r>
          </a:p>
          <a:p>
            <a:pPr algn="just">
              <a:buFont typeface="Wingdings" pitchFamily="2" charset="2"/>
              <a:buChar char="Ø"/>
            </a:pPr>
            <a:endParaRPr lang="en-US" dirty="0"/>
          </a:p>
        </p:txBody>
      </p:sp>
    </p:spTree>
    <p:extLst>
      <p:ext uri="{BB962C8B-B14F-4D97-AF65-F5344CB8AC3E}">
        <p14:creationId xmlns:p14="http://schemas.microsoft.com/office/powerpoint/2010/main" val="301157217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Storage Hierarchy</a:t>
            </a:r>
            <a:endParaRPr lang="en-US" dirty="0"/>
          </a:p>
        </p:txBody>
      </p:sp>
      <p:pic>
        <p:nvPicPr>
          <p:cNvPr id="1026"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228725" y="2162174"/>
            <a:ext cx="6923088" cy="3933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26553037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Storage Hierarchy</a:t>
            </a:r>
          </a:p>
        </p:txBody>
      </p:sp>
      <p:sp>
        <p:nvSpPr>
          <p:cNvPr id="3" name="Content Placeholder 2"/>
          <p:cNvSpPr>
            <a:spLocks noGrp="1"/>
          </p:cNvSpPr>
          <p:nvPr>
            <p:ph idx="1"/>
          </p:nvPr>
        </p:nvSpPr>
        <p:spPr>
          <a:xfrm>
            <a:off x="1435608" y="1447800"/>
            <a:ext cx="7498080" cy="5410200"/>
          </a:xfrm>
        </p:spPr>
        <p:txBody>
          <a:bodyPr>
            <a:normAutofit fontScale="92500" lnSpcReduction="10000"/>
          </a:bodyPr>
          <a:lstStyle/>
          <a:p>
            <a:pPr marL="82296" indent="0" algn="just">
              <a:buNone/>
            </a:pPr>
            <a:r>
              <a:rPr lang="en-US" dirty="0" smtClean="0"/>
              <a:t>Storage </a:t>
            </a:r>
            <a:r>
              <a:rPr lang="en-US" dirty="0"/>
              <a:t>media are organized on the basis of data accessing speed, cost per unit of data to buy the medium, and by medium's reliability. Thus, we can create a hierarchy of storage media on the basis of its cost and speed</a:t>
            </a:r>
            <a:r>
              <a:rPr lang="en-US" dirty="0" smtClean="0"/>
              <a:t>.</a:t>
            </a:r>
          </a:p>
          <a:p>
            <a:pPr marL="82296" indent="0" algn="just">
              <a:buNone/>
            </a:pPr>
            <a:r>
              <a:rPr lang="en-US" dirty="0"/>
              <a:t> </a:t>
            </a:r>
            <a:endParaRPr lang="en-US" dirty="0" smtClean="0"/>
          </a:p>
          <a:p>
            <a:pPr marL="82296" indent="0" algn="just">
              <a:buNone/>
            </a:pPr>
            <a:r>
              <a:rPr lang="en-US" dirty="0" smtClean="0"/>
              <a:t>The </a:t>
            </a:r>
            <a:r>
              <a:rPr lang="en-US" dirty="0"/>
              <a:t>higher levels are expensive but fast. On moving down, the cost per bit is decreasing, and the access time is increasing. Also, the storage media from the main memory to up represents the volatile nature, and below the main memory, all are non-volatile devices.</a:t>
            </a:r>
          </a:p>
        </p:txBody>
      </p:sp>
    </p:spTree>
    <p:extLst>
      <p:ext uri="{BB962C8B-B14F-4D97-AF65-F5344CB8AC3E}">
        <p14:creationId xmlns:p14="http://schemas.microsoft.com/office/powerpoint/2010/main" val="278580116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811776" y="2967335"/>
            <a:ext cx="3520451" cy="923330"/>
          </a:xfrm>
          <a:prstGeom prst="rect">
            <a:avLst/>
          </a:prstGeom>
          <a:noFill/>
        </p:spPr>
        <p:txBody>
          <a:bodyPr wrap="none" lIns="91440" tIns="45720" rIns="91440" bIns="45720">
            <a:spAutoFit/>
          </a:bodyPr>
          <a:lstStyle/>
          <a:p>
            <a:pPr algn="ctr"/>
            <a:r>
              <a:rPr lang="en-US" sz="5400" b="1" cap="none" spc="0"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algn="tl" rotWithShape="0">
                    <a:srgbClr val="000000"/>
                  </a:outerShdw>
                </a:effectLst>
              </a:rPr>
              <a:t>Thank You</a:t>
            </a:r>
            <a:endParaRPr lang="en-US" sz="5400" b="1" cap="none" spc="0" dirty="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algn="tl" rotWithShape="0">
                  <a:srgbClr val="000000"/>
                </a:outerShdw>
              </a:effectLst>
            </a:endParaRPr>
          </a:p>
        </p:txBody>
      </p:sp>
    </p:spTree>
    <p:extLst>
      <p:ext uri="{BB962C8B-B14F-4D97-AF65-F5344CB8AC3E}">
        <p14:creationId xmlns:p14="http://schemas.microsoft.com/office/powerpoint/2010/main" val="1387931402"/>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olstice">
  <a:themeElements>
    <a:clrScheme name="Solstice">
      <a:dk1>
        <a:sysClr val="windowText" lastClr="000000"/>
      </a:dk1>
      <a:lt1>
        <a:sysClr val="window" lastClr="FFFFFF"/>
      </a:lt1>
      <a:dk2>
        <a:srgbClr val="4F271C"/>
      </a:dk2>
      <a:lt2>
        <a:srgbClr val="E7DEC9"/>
      </a:lt2>
      <a:accent1>
        <a:srgbClr val="3891A7"/>
      </a:accent1>
      <a:accent2>
        <a:srgbClr val="FEB80A"/>
      </a:accent2>
      <a:accent3>
        <a:srgbClr val="C32D2E"/>
      </a:accent3>
      <a:accent4>
        <a:srgbClr val="84AA33"/>
      </a:accent4>
      <a:accent5>
        <a:srgbClr val="964305"/>
      </a:accent5>
      <a:accent6>
        <a:srgbClr val="475A8D"/>
      </a:accent6>
      <a:hlink>
        <a:srgbClr val="8DC765"/>
      </a:hlink>
      <a:folHlink>
        <a:srgbClr val="AA8A14"/>
      </a:folHlink>
    </a:clrScheme>
    <a:fontScheme name="Solstice">
      <a:maj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a:ea typeface=""/>
        <a:cs typeface=""/>
        <a:font script="Grek" typeface="Corbel"/>
        <a:font script="Cyrl" typeface="Corbel"/>
        <a:font script="Jpan" typeface="HGｺﾞｼｯｸE"/>
        <a:font script="Hang" typeface="HY엽서L"/>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Solstice">
      <a:fillStyleLst>
        <a:solidFill>
          <a:schemeClr val="phClr"/>
        </a:solidFill>
        <a:gradFill rotWithShape="1">
          <a:gsLst>
            <a:gs pos="0">
              <a:schemeClr val="phClr">
                <a:tint val="35000"/>
                <a:satMod val="253000"/>
              </a:schemeClr>
            </a:gs>
            <a:gs pos="50000">
              <a:schemeClr val="phClr">
                <a:tint val="42000"/>
                <a:satMod val="255000"/>
              </a:schemeClr>
            </a:gs>
            <a:gs pos="97000">
              <a:schemeClr val="phClr">
                <a:tint val="53000"/>
                <a:satMod val="260000"/>
              </a:schemeClr>
            </a:gs>
            <a:gs pos="100000">
              <a:schemeClr val="phClr">
                <a:tint val="56000"/>
                <a:satMod val="275000"/>
              </a:schemeClr>
            </a:gs>
          </a:gsLst>
          <a:path path="circle">
            <a:fillToRect l="50000" t="50000" r="50000" b="50000"/>
          </a:path>
        </a:gradFill>
        <a:gradFill rotWithShape="1">
          <a:gsLst>
            <a:gs pos="0">
              <a:schemeClr val="phClr">
                <a:tint val="92000"/>
                <a:satMod val="170000"/>
              </a:schemeClr>
            </a:gs>
            <a:gs pos="15000">
              <a:schemeClr val="phClr">
                <a:tint val="92000"/>
                <a:shade val="99000"/>
                <a:satMod val="170000"/>
              </a:schemeClr>
            </a:gs>
            <a:gs pos="62000">
              <a:schemeClr val="phClr">
                <a:tint val="96000"/>
                <a:shade val="80000"/>
                <a:satMod val="170000"/>
              </a:schemeClr>
            </a:gs>
            <a:gs pos="97000">
              <a:schemeClr val="phClr">
                <a:tint val="98000"/>
                <a:shade val="63000"/>
                <a:satMod val="170000"/>
              </a:schemeClr>
            </a:gs>
            <a:gs pos="100000">
              <a:schemeClr val="phClr">
                <a:shade val="62000"/>
                <a:satMod val="170000"/>
              </a:schemeClr>
            </a:gs>
          </a:gsLst>
          <a:path path="circle">
            <a:fillToRect l="50000" t="50000" r="50000" b="50000"/>
          </a:path>
        </a:gradFill>
      </a:fillStyleLst>
      <a:lnStyleLst>
        <a:ln w="9525" cap="flat" cmpd="sng" algn="ctr">
          <a:solidFill>
            <a:schemeClr val="phClr"/>
          </a:solidFill>
          <a:prstDash val="solid"/>
        </a:ln>
        <a:ln w="25400" cap="flat" cmpd="sng" algn="ctr">
          <a:solidFill>
            <a:schemeClr val="phClr"/>
          </a:solidFill>
          <a:prstDash val="solid"/>
        </a:ln>
        <a:ln w="25400" cap="flat" cmpd="sng" algn="ctr">
          <a:solidFill>
            <a:schemeClr val="phClr"/>
          </a:solidFill>
          <a:prstDash val="solid"/>
        </a:ln>
      </a:lnStyleLst>
      <a:effectStyleLst>
        <a:effectStyle>
          <a:effectLst>
            <a:outerShdw blurRad="63500" dist="25400" dir="5400000" rotWithShape="0">
              <a:srgbClr val="000000">
                <a:alpha val="43137"/>
              </a:srgbClr>
            </a:outerShdw>
          </a:effectLst>
        </a:effectStyle>
        <a:effectStyle>
          <a:effectLst>
            <a:outerShdw blurRad="63500" dist="25400" dir="5400000" rotWithShape="0">
              <a:srgbClr val="000000">
                <a:alpha val="43137"/>
              </a:srgbClr>
            </a:outerShdw>
          </a:effectLst>
          <a:scene3d>
            <a:camera prst="orthographicFront" fov="0">
              <a:rot lat="0" lon="0" rev="0"/>
            </a:camera>
            <a:lightRig rig="brightRoom" dir="tl">
              <a:rot lat="0" lon="0" rev="8700000"/>
            </a:lightRig>
          </a:scene3d>
          <a:sp3d contourW="12700">
            <a:bevelT w="0" h="0"/>
            <a:contourClr>
              <a:schemeClr val="phClr">
                <a:shade val="80000"/>
              </a:schemeClr>
            </a:contourClr>
          </a:sp3d>
        </a:effectStyle>
        <a:effectStyle>
          <a:effectLst>
            <a:outerShdw blurRad="63500" dist="25400" dir="5400000" rotWithShape="0">
              <a:srgbClr val="000000">
                <a:alpha val="43137"/>
              </a:srgbClr>
            </a:outerShdw>
          </a:effectLst>
          <a:scene3d>
            <a:camera prst="orthographicFront" fov="0">
              <a:rot lat="0" lon="0" rev="0"/>
            </a:camera>
            <a:lightRig rig="brightRoom" dir="tl">
              <a:rot lat="0" lon="0" rev="5400000"/>
            </a:lightRig>
          </a:scene3d>
          <a:sp3d contourW="12700">
            <a:bevelT w="25400" h="50800" prst="angle"/>
            <a:contourClr>
              <a:schemeClr val="phClr"/>
            </a:contourClr>
          </a:sp3d>
        </a:effectStyle>
      </a:effectStyleLst>
      <a:bgFillStyleLst>
        <a:solidFill>
          <a:schemeClr val="phClr"/>
        </a:solidFill>
        <a:gradFill rotWithShape="1">
          <a:gsLst>
            <a:gs pos="0">
              <a:schemeClr val="phClr">
                <a:tint val="60000"/>
                <a:satMod val="355000"/>
              </a:schemeClr>
            </a:gs>
            <a:gs pos="40000">
              <a:schemeClr val="phClr">
                <a:tint val="85000"/>
                <a:satMod val="320000"/>
              </a:schemeClr>
            </a:gs>
            <a:gs pos="100000">
              <a:schemeClr val="phClr">
                <a:shade val="55000"/>
                <a:satMod val="300000"/>
              </a:schemeClr>
            </a:gs>
          </a:gsLst>
          <a:path path="circle">
            <a:fillToRect l="-24500" t="-20000" r="124500" b="120000"/>
          </a:path>
        </a:gradFill>
        <a:blipFill>
          <a:blip xmlns:r="http://schemas.openxmlformats.org/officeDocument/2006/relationships" r:embed="rId1">
            <a:duotone>
              <a:schemeClr val="phClr">
                <a:shade val="9000"/>
                <a:satMod val="300000"/>
              </a:schemeClr>
              <a:schemeClr val="phClr">
                <a:tint val="90000"/>
                <a:satMod val="225000"/>
              </a:schemeClr>
            </a:duotone>
          </a:blip>
          <a:tile tx="0" ty="0" sx="90000" sy="90000" flip="xy"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Solstice</Template>
  <TotalTime>57</TotalTime>
  <Words>275</Words>
  <Application>Microsoft Office PowerPoint</Application>
  <PresentationFormat>On-screen Show (4:3)</PresentationFormat>
  <Paragraphs>42</Paragraphs>
  <Slides>12</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Gill Sans MT</vt:lpstr>
      <vt:lpstr>Verdana</vt:lpstr>
      <vt:lpstr>Wingdings</vt:lpstr>
      <vt:lpstr>Wingdings 2</vt:lpstr>
      <vt:lpstr>Solstice</vt:lpstr>
      <vt:lpstr>PowerPoint Presentation</vt:lpstr>
      <vt:lpstr>Types of storage devices</vt:lpstr>
      <vt:lpstr>Types of storage devices</vt:lpstr>
      <vt:lpstr>Primary Memory</vt:lpstr>
      <vt:lpstr>Types of Primary Memory</vt:lpstr>
      <vt:lpstr>Secondary Memory</vt:lpstr>
      <vt:lpstr>Types of Secondary Memory</vt:lpstr>
      <vt:lpstr>Tertiary Storage</vt:lpstr>
      <vt:lpstr>Types of Tertiary Storage</vt:lpstr>
      <vt:lpstr>Storage Hierarchy</vt:lpstr>
      <vt:lpstr>Storage Hierarchy</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SATYA</dc:creator>
  <cp:lastModifiedBy>soni2</cp:lastModifiedBy>
  <cp:revision>11</cp:revision>
  <dcterms:created xsi:type="dcterms:W3CDTF">2006-08-16T00:00:00Z</dcterms:created>
  <dcterms:modified xsi:type="dcterms:W3CDTF">2024-10-29T04:26:52Z</dcterms:modified>
</cp:coreProperties>
</file>