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0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762000"/>
            <a:ext cx="60544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MAGNETIC DISK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21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98080" cy="1143000"/>
          </a:xfrm>
        </p:spPr>
        <p:txBody>
          <a:bodyPr/>
          <a:lstStyle/>
          <a:p>
            <a:r>
              <a:rPr lang="en-US" dirty="0" smtClean="0"/>
              <a:t>Magnetic Disk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755014"/>
            <a:ext cx="5486400" cy="4715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414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Magnetic Disk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399" y="1514124"/>
            <a:ext cx="5029641" cy="4962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664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/>
          <a:lstStyle/>
          <a:p>
            <a:r>
              <a:rPr lang="en-US" dirty="0" smtClean="0"/>
              <a:t>Magnetic Disk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334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Magnetic disks are flat circular plates of metal or plastic, coated on both sides with iron oxide.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Input </a:t>
            </a:r>
            <a:r>
              <a:rPr lang="en-US" sz="3600" dirty="0"/>
              <a:t>signals, which may be audio, video, or data, are recorded on the surface of a disk as magnetic patterns or spots in spiral tracks by a recording head while the disk is rotated by a drive unit.</a:t>
            </a:r>
          </a:p>
        </p:txBody>
      </p:sp>
    </p:spTree>
    <p:extLst>
      <p:ext uri="{BB962C8B-B14F-4D97-AF65-F5344CB8AC3E}">
        <p14:creationId xmlns:p14="http://schemas.microsoft.com/office/powerpoint/2010/main" val="93188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/>
          <a:lstStyle/>
          <a:p>
            <a:r>
              <a:rPr lang="en-US" dirty="0" smtClean="0"/>
              <a:t>Magnetic Disk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143000"/>
            <a:ext cx="7498080" cy="5715000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A magnetic disk is a storage device that uses a magnetization process to write, rewrite and access data.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is covered with a magnetic coating and stores data in the form of tracks, spots and sectors.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Hard disks </a:t>
            </a:r>
            <a:r>
              <a:rPr lang="en-US" sz="3600" dirty="0"/>
              <a:t>and floppy disks are common examples of magnetic disks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Both sides of the disk </a:t>
            </a:r>
            <a:r>
              <a:rPr lang="en-US" sz="3600" dirty="0" smtClean="0"/>
              <a:t>of HDD are </a:t>
            </a:r>
            <a:r>
              <a:rPr lang="en-US" sz="3600" dirty="0"/>
              <a:t>used for storing data except the upper side of the uppermost disk and the lower side of the lowermost disk.</a:t>
            </a:r>
          </a:p>
        </p:txBody>
      </p:sp>
    </p:spTree>
    <p:extLst>
      <p:ext uri="{BB962C8B-B14F-4D97-AF65-F5344CB8AC3E}">
        <p14:creationId xmlns:p14="http://schemas.microsoft.com/office/powerpoint/2010/main" val="365065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 of Magnetic Disk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Long life and reliable. Magnetic tape storage has been proven to have a lifespan of over thirty years, making it ideal for long term backups</a:t>
            </a:r>
            <a:r>
              <a:rPr lang="en-US" dirty="0" smtClean="0"/>
              <a:t>.</a:t>
            </a:r>
            <a:endParaRPr lang="en-US" dirty="0"/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High capacity </a:t>
            </a:r>
            <a:r>
              <a:rPr lang="en-US" dirty="0" smtClean="0"/>
              <a:t>storage</a:t>
            </a:r>
            <a:endParaRPr lang="en-US" dirty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Inexpensive</a:t>
            </a:r>
            <a:endParaRPr lang="en-US" dirty="0"/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Data </a:t>
            </a:r>
            <a:r>
              <a:rPr lang="en-US" dirty="0" smtClean="0"/>
              <a:t>security</a:t>
            </a:r>
            <a:endParaRPr lang="en-US" dirty="0"/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Reusable </a:t>
            </a:r>
            <a:r>
              <a:rPr lang="en-US" dirty="0" smtClean="0"/>
              <a:t>memory</a:t>
            </a:r>
            <a:endParaRPr lang="en-US" dirty="0"/>
          </a:p>
          <a:p>
            <a:pPr algn="just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75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 of Magnetic Disk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Requires </a:t>
            </a:r>
            <a:r>
              <a:rPr lang="en-US" dirty="0" err="1" smtClean="0"/>
              <a:t>maintainance</a:t>
            </a:r>
            <a:endParaRPr lang="en-US" dirty="0" smtClean="0"/>
          </a:p>
          <a:p>
            <a:pPr lvl="1"/>
            <a:r>
              <a:rPr lang="en-US" dirty="0"/>
              <a:t>Avoidance of heat such as strong sunlight or radiators</a:t>
            </a:r>
          </a:p>
          <a:p>
            <a:pPr lvl="1"/>
            <a:r>
              <a:rPr lang="en-US" dirty="0"/>
              <a:t>Avoidance of contact with water</a:t>
            </a:r>
          </a:p>
          <a:p>
            <a:pPr lvl="1"/>
            <a:r>
              <a:rPr lang="en-US" dirty="0"/>
              <a:t>Maintained at a regulated temperature (18-21 degrees)</a:t>
            </a:r>
          </a:p>
          <a:p>
            <a:pPr lvl="1"/>
            <a:r>
              <a:rPr lang="en-US" dirty="0"/>
              <a:t>Maintained away from technology such as televisions, microwaves or heavy machinery</a:t>
            </a:r>
          </a:p>
          <a:p>
            <a:pPr lvl="1"/>
            <a:r>
              <a:rPr lang="en-US" dirty="0"/>
              <a:t>Maintained at the same orientation</a:t>
            </a:r>
          </a:p>
          <a:p>
            <a:pPr lvl="1"/>
            <a:r>
              <a:rPr lang="en-US" dirty="0"/>
              <a:t>Ensuring care when transporting and handling</a:t>
            </a:r>
          </a:p>
          <a:p>
            <a:pPr lvl="1"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75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of Magnetic Disk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Susceptible to damage</a:t>
            </a:r>
          </a:p>
          <a:p>
            <a:pPr marL="402336" lvl="1" indent="0" algn="just">
              <a:buNone/>
            </a:pPr>
            <a:r>
              <a:rPr lang="en-US" dirty="0"/>
              <a:t>Although reliable when kept in a controlled environment, magnetic tapes can be at risk when it comes to fire and water </a:t>
            </a:r>
            <a:r>
              <a:rPr lang="en-US" dirty="0" smtClean="0"/>
              <a:t>damage.</a:t>
            </a:r>
          </a:p>
          <a:p>
            <a:pPr lvl="1">
              <a:buFont typeface="Wingdings" pitchFamily="2" charset="2"/>
              <a:buChar char="Ø"/>
            </a:pPr>
            <a:r>
              <a:rPr lang="en-US" sz="3200" dirty="0" smtClean="0"/>
              <a:t>Needs </a:t>
            </a:r>
            <a:r>
              <a:rPr lang="en-US" sz="3200" dirty="0"/>
              <a:t>specialist equipment</a:t>
            </a:r>
          </a:p>
          <a:p>
            <a:pPr marL="356616" lvl="1" indent="0" algn="just">
              <a:buNone/>
            </a:pPr>
            <a:r>
              <a:rPr lang="en-US" dirty="0" smtClean="0"/>
              <a:t>Unfortunately </a:t>
            </a:r>
            <a:r>
              <a:rPr lang="en-US" dirty="0"/>
              <a:t>magnetic tape storage does require specialist equipment to transfer data onto the tape, and for data to be recovered from it. </a:t>
            </a:r>
          </a:p>
        </p:txBody>
      </p:sp>
    </p:spTree>
    <p:extLst>
      <p:ext uri="{BB962C8B-B14F-4D97-AF65-F5344CB8AC3E}">
        <p14:creationId xmlns:p14="http://schemas.microsoft.com/office/powerpoint/2010/main" val="294511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84732" y="2967335"/>
            <a:ext cx="4174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Optical Disk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808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Optical Disk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057400"/>
            <a:ext cx="3541712" cy="354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277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24000"/>
            <a:ext cx="5721513" cy="428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23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901477"/>
            <a:ext cx="5792304" cy="3889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46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data is stored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054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Optical </a:t>
            </a:r>
            <a:r>
              <a:rPr lang="en-US" sz="3600" dirty="0"/>
              <a:t>storage, electronic storage medium that uses low-power laser beams to record and retrieve digital (binary) data.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In </a:t>
            </a:r>
            <a:r>
              <a:rPr lang="en-US" sz="3600" dirty="0"/>
              <a:t>optical-storage technology, a laser beam encodes digital data onto an optical, or laser, disk in the form of tiny pits arranged in a spiral track on the disk's surface.</a:t>
            </a:r>
          </a:p>
        </p:txBody>
      </p:sp>
    </p:spTree>
    <p:extLst>
      <p:ext uri="{BB962C8B-B14F-4D97-AF65-F5344CB8AC3E}">
        <p14:creationId xmlns:p14="http://schemas.microsoft.com/office/powerpoint/2010/main" val="274844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One of the biggest advantages of optical storage over other storage media is durability.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Optical </a:t>
            </a:r>
            <a:r>
              <a:rPr lang="en-US" dirty="0"/>
              <a:t>discs are not vulnerable to data loss due to power failure like volatile memory, and they're not as subject to wear as non-volatile memory (NVM) such as </a:t>
            </a:r>
            <a:r>
              <a:rPr lang="en-US" dirty="0" smtClean="0"/>
              <a:t>HDDs.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9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/>
              <a:t>Optical discs are also slower to read and write data than other devices, as they rely on mechanical parts and spinning motion. </a:t>
            </a: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Furthermore</a:t>
            </a:r>
            <a:r>
              <a:rPr lang="en-US" sz="3600" dirty="0"/>
              <a:t>, optical drives are bulky and noisy, and they consume more power than other devices.</a:t>
            </a:r>
          </a:p>
        </p:txBody>
      </p:sp>
    </p:spTree>
    <p:extLst>
      <p:ext uri="{BB962C8B-B14F-4D97-AF65-F5344CB8AC3E}">
        <p14:creationId xmlns:p14="http://schemas.microsoft.com/office/powerpoint/2010/main" val="277093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9445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Difference: Magnetic and Optical Disk</a:t>
            </a:r>
            <a:endParaRPr lang="en-US"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949813"/>
              </p:ext>
            </p:extLst>
          </p:nvPr>
        </p:nvGraphicFramePr>
        <p:xfrm>
          <a:off x="1524000" y="1397000"/>
          <a:ext cx="7162800" cy="4089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302">
                <a:tc>
                  <a:txBody>
                    <a:bodyPr/>
                    <a:lstStyle/>
                    <a:p>
                      <a:r>
                        <a:rPr lang="en-US" dirty="0" smtClean="0"/>
                        <a:t>Magnetic Disk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Optical Disk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302">
                <a:tc>
                  <a:txBody>
                    <a:bodyPr/>
                    <a:lstStyle/>
                    <a:p>
                      <a:r>
                        <a:rPr lang="en-US" dirty="0" smtClean="0"/>
                        <a:t>Tracks are circular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Tracks are spiral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302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Access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Sequential Access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302">
                <a:tc>
                  <a:txBody>
                    <a:bodyPr/>
                    <a:lstStyle/>
                    <a:p>
                      <a:r>
                        <a:rPr lang="en-US" dirty="0" smtClean="0"/>
                        <a:t>Slow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302">
                <a:tc>
                  <a:txBody>
                    <a:bodyPr/>
                    <a:lstStyle/>
                    <a:p>
                      <a:r>
                        <a:rPr lang="en-US" dirty="0" smtClean="0"/>
                        <a:t>High Storage Capacity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Low Storage Capacity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302">
                <a:tc>
                  <a:txBody>
                    <a:bodyPr/>
                    <a:lstStyle/>
                    <a:p>
                      <a:r>
                        <a:rPr lang="en-US" dirty="0" smtClean="0"/>
                        <a:t>Holds data and</a:t>
                      </a:r>
                      <a:r>
                        <a:rPr lang="en-US" baseline="0" dirty="0" smtClean="0"/>
                        <a:t> instructions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Holds audio,</a:t>
                      </a:r>
                      <a:r>
                        <a:rPr lang="en-US" baseline="0" dirty="0" smtClean="0"/>
                        <a:t> video </a:t>
                      </a:r>
                      <a:r>
                        <a:rPr lang="en-US" baseline="0" dirty="0" err="1" smtClean="0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3589">
                <a:tc>
                  <a:txBody>
                    <a:bodyPr/>
                    <a:lstStyle/>
                    <a:p>
                      <a:r>
                        <a:rPr lang="en-US" dirty="0" smtClean="0"/>
                        <a:t>Hard Disk</a:t>
                      </a:r>
                    </a:p>
                    <a:p>
                      <a:r>
                        <a:rPr lang="en-US" dirty="0" smtClean="0"/>
                        <a:t>Floppy Disk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CD</a:t>
                      </a:r>
                    </a:p>
                    <a:p>
                      <a:r>
                        <a:rPr lang="en-US" dirty="0" smtClean="0"/>
                        <a:t>DVD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40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780291" y="2967335"/>
            <a:ext cx="35834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614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63</TotalTime>
  <Words>246</Words>
  <Application>Microsoft Office PowerPoint</Application>
  <PresentationFormat>On-screen Show (4:3)</PresentationFormat>
  <Paragraphs>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Gill Sans MT</vt:lpstr>
      <vt:lpstr>Verdana</vt:lpstr>
      <vt:lpstr>Wingdings</vt:lpstr>
      <vt:lpstr>Wingdings 2</vt:lpstr>
      <vt:lpstr>Solstice</vt:lpstr>
      <vt:lpstr>PowerPoint Presentation</vt:lpstr>
      <vt:lpstr>Magnetic Disk</vt:lpstr>
      <vt:lpstr>Magnetic Disk</vt:lpstr>
      <vt:lpstr>Magnetic Disk</vt:lpstr>
      <vt:lpstr>Magnetic Disk</vt:lpstr>
      <vt:lpstr>Advantage of Magnetic Disk</vt:lpstr>
      <vt:lpstr>Disadvantage of Magnetic Disk</vt:lpstr>
      <vt:lpstr>Disadvantage of Magnetic Disk</vt:lpstr>
      <vt:lpstr>PowerPoint Presentation</vt:lpstr>
      <vt:lpstr>Optical Disk</vt:lpstr>
      <vt:lpstr>PowerPoint Presentation</vt:lpstr>
      <vt:lpstr>PowerPoint Presentation</vt:lpstr>
      <vt:lpstr>How data is stored</vt:lpstr>
      <vt:lpstr>Advantages</vt:lpstr>
      <vt:lpstr>Disadvantages</vt:lpstr>
      <vt:lpstr>Difference: Magnetic and Optical Disk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SATYA</dc:creator>
  <cp:lastModifiedBy>soni2</cp:lastModifiedBy>
  <cp:revision>9</cp:revision>
  <dcterms:created xsi:type="dcterms:W3CDTF">2006-08-16T00:00:00Z</dcterms:created>
  <dcterms:modified xsi:type="dcterms:W3CDTF">2025-10-16T05:00:24Z</dcterms:modified>
</cp:coreProperties>
</file>