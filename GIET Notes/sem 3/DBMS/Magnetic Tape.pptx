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08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47800" y="457200"/>
            <a:ext cx="741138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MAGNETIC TAPE</a:t>
            </a:r>
            <a:endParaRPr lang="en-US" sz="66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78687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Magnetic Tape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Magnetic tape is one of the oldest technologies for electronic data storage. </a:t>
            </a: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While </a:t>
            </a:r>
            <a:r>
              <a:rPr lang="en-US" sz="3600" dirty="0"/>
              <a:t>tape has largely been displaced as </a:t>
            </a:r>
            <a:r>
              <a:rPr lang="en-US" sz="3600" dirty="0" smtClean="0"/>
              <a:t>a backup </a:t>
            </a:r>
            <a:r>
              <a:rPr lang="en-US" sz="3600" dirty="0"/>
              <a:t>storage medium, it remains well-suited for archiving because of its high capacity, low cost and long durability</a:t>
            </a:r>
            <a:r>
              <a:rPr lang="en-US" sz="36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Consists </a:t>
            </a:r>
            <a:r>
              <a:rPr lang="en-US" sz="3600" dirty="0"/>
              <a:t>of a plastic ribbon onto which a layer of magnetic material is glued. </a:t>
            </a:r>
          </a:p>
        </p:txBody>
      </p:sp>
    </p:spTree>
    <p:extLst>
      <p:ext uri="{BB962C8B-B14F-4D97-AF65-F5344CB8AC3E}">
        <p14:creationId xmlns:p14="http://schemas.microsoft.com/office/powerpoint/2010/main" val="382506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Tape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02" y="1665027"/>
            <a:ext cx="3824498" cy="473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181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3884"/>
            <a:ext cx="7498080" cy="792162"/>
          </a:xfrm>
        </p:spPr>
        <p:txBody>
          <a:bodyPr/>
          <a:lstStyle/>
          <a:p>
            <a:r>
              <a:rPr lang="en-US" dirty="0" smtClean="0"/>
              <a:t>Magnetic Tape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143000"/>
            <a:ext cx="7498080" cy="54864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In magnetic tape only one side of the ribbon is used for storing data. </a:t>
            </a:r>
            <a:endParaRPr lang="en-US" dirty="0" smtClean="0"/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is sequential memory which contains thin plastic ribbon to store data and coated by magnetic oxide. </a:t>
            </a:r>
            <a:endParaRPr lang="en-US" dirty="0" smtClean="0"/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Data </a:t>
            </a:r>
            <a:r>
              <a:rPr lang="en-US" dirty="0"/>
              <a:t>read/write speed is slower because of sequential access. </a:t>
            </a:r>
            <a:endParaRPr lang="en-US" dirty="0" smtClean="0"/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is highly reliable which requires magnetic tape drive writing and reading data</a:t>
            </a:r>
            <a:r>
              <a:rPr lang="en-US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The width of the ribbon varies from 4mm to 1 Inch and it has storage capacity 100 MB to 200 GB.</a:t>
            </a:r>
          </a:p>
        </p:txBody>
      </p:sp>
    </p:spTree>
    <p:extLst>
      <p:ext uri="{BB962C8B-B14F-4D97-AF65-F5344CB8AC3E}">
        <p14:creationId xmlns:p14="http://schemas.microsoft.com/office/powerpoint/2010/main" val="121868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868362"/>
          </a:xfrm>
        </p:spPr>
        <p:txBody>
          <a:bodyPr/>
          <a:lstStyle/>
          <a:p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143000"/>
            <a:ext cx="7498080" cy="5562600"/>
          </a:xfrm>
        </p:spPr>
        <p:txBody>
          <a:bodyPr>
            <a:noAutofit/>
          </a:bodyPr>
          <a:lstStyle/>
          <a:p>
            <a:pPr algn="just" fontAlgn="base">
              <a:buFont typeface="Wingdings" pitchFamily="2" charset="2"/>
              <a:buChar char="Ø"/>
            </a:pPr>
            <a:r>
              <a:rPr lang="en-US" sz="3500" dirty="0"/>
              <a:t>These are inexpensive, i.e., low cost memories.</a:t>
            </a:r>
          </a:p>
          <a:p>
            <a:pPr algn="just" fontAlgn="base">
              <a:buFont typeface="Wingdings" pitchFamily="2" charset="2"/>
              <a:buChar char="Ø"/>
            </a:pPr>
            <a:r>
              <a:rPr lang="en-US" sz="3500" dirty="0"/>
              <a:t>It provides backup or archival storage.</a:t>
            </a:r>
          </a:p>
          <a:p>
            <a:pPr algn="just" fontAlgn="base">
              <a:buFont typeface="Wingdings" pitchFamily="2" charset="2"/>
              <a:buChar char="Ø"/>
            </a:pPr>
            <a:r>
              <a:rPr lang="en-US" sz="3500" dirty="0"/>
              <a:t>It can be used for large files.</a:t>
            </a:r>
          </a:p>
          <a:p>
            <a:pPr algn="just" fontAlgn="base">
              <a:buFont typeface="Wingdings" pitchFamily="2" charset="2"/>
              <a:buChar char="Ø"/>
            </a:pPr>
            <a:r>
              <a:rPr lang="en-US" sz="3500" dirty="0"/>
              <a:t>It can be used for copying from disk files.</a:t>
            </a:r>
          </a:p>
          <a:p>
            <a:pPr algn="just" fontAlgn="base">
              <a:buFont typeface="Wingdings" pitchFamily="2" charset="2"/>
              <a:buChar char="Ø"/>
            </a:pPr>
            <a:r>
              <a:rPr lang="en-US" sz="3500" dirty="0"/>
              <a:t>It is a reusable memory.</a:t>
            </a:r>
          </a:p>
          <a:p>
            <a:pPr algn="just" fontAlgn="base">
              <a:buFont typeface="Wingdings" pitchFamily="2" charset="2"/>
              <a:buChar char="Ø"/>
            </a:pPr>
            <a:r>
              <a:rPr lang="en-US" sz="3500" dirty="0"/>
              <a:t>It is compact and easy to store on racks.</a:t>
            </a:r>
          </a:p>
          <a:p>
            <a:pPr algn="just"/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259014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>
              <a:buFont typeface="Wingdings" pitchFamily="2" charset="2"/>
              <a:buChar char="Ø"/>
            </a:pPr>
            <a:r>
              <a:rPr lang="en-US" sz="3600" dirty="0"/>
              <a:t>Sequential access is the disadvantage, means it does not allow access randomly or directly.</a:t>
            </a:r>
          </a:p>
          <a:p>
            <a:pPr algn="just" fontAlgn="base">
              <a:buFont typeface="Wingdings" pitchFamily="2" charset="2"/>
              <a:buChar char="Ø"/>
            </a:pPr>
            <a:r>
              <a:rPr lang="en-US" sz="3600" dirty="0"/>
              <a:t>It requires caring to store, i.e., vulnerable humidity, dust free, and suitable environment.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874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11775" y="2967335"/>
            <a:ext cx="35204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Thank You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12610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8</TotalTime>
  <Words>179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Gill Sans MT</vt:lpstr>
      <vt:lpstr>Verdana</vt:lpstr>
      <vt:lpstr>Wingdings</vt:lpstr>
      <vt:lpstr>Wingdings 2</vt:lpstr>
      <vt:lpstr>Solstice</vt:lpstr>
      <vt:lpstr>PowerPoint Presentation</vt:lpstr>
      <vt:lpstr>Magnetic Tape</vt:lpstr>
      <vt:lpstr>Magnetic Tape</vt:lpstr>
      <vt:lpstr>Magnetic Tape</vt:lpstr>
      <vt:lpstr>Advantages</vt:lpstr>
      <vt:lpstr>Disadvantages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SATYA</dc:creator>
  <cp:lastModifiedBy>soni2</cp:lastModifiedBy>
  <cp:revision>4</cp:revision>
  <dcterms:created xsi:type="dcterms:W3CDTF">2006-08-16T00:00:00Z</dcterms:created>
  <dcterms:modified xsi:type="dcterms:W3CDTF">2025-10-16T04:59:52Z</dcterms:modified>
</cp:coreProperties>
</file>