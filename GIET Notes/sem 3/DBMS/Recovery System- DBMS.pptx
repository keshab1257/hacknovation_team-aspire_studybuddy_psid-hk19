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 id="264" r:id="rId10"/>
    <p:sldId id="265" r:id="rId1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70" d="100"/>
          <a:sy n="70" d="100"/>
        </p:scale>
        <p:origin x="-1386" y="-9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4" name="Title 13"/>
          <p:cNvSpPr>
            <a:spLocks noGrp="1"/>
          </p:cNvSpPr>
          <p:nvPr>
            <p:ph type="ctrTitle"/>
          </p:nvPr>
        </p:nvSpPr>
        <p:spPr>
          <a:xfrm>
            <a:off x="1432560" y="359898"/>
            <a:ext cx="7406640" cy="1472184"/>
          </a:xfrm>
        </p:spPr>
        <p:txBody>
          <a:bodyPr anchor="b"/>
          <a:lstStyle>
            <a:lvl1pPr algn="l">
              <a:defRPr/>
            </a:lvl1pPr>
            <a:extLst/>
          </a:lstStyle>
          <a:p>
            <a:r>
              <a:rPr kumimoji="0" lang="en-US" smtClean="0"/>
              <a:t>Click to edit Master title style</a:t>
            </a:r>
            <a:endParaRPr kumimoji="0" lang="en-US"/>
          </a:p>
        </p:txBody>
      </p:sp>
      <p:sp>
        <p:nvSpPr>
          <p:cNvPr id="22" name="Subtitle 21"/>
          <p:cNvSpPr>
            <a:spLocks noGrp="1"/>
          </p:cNvSpPr>
          <p:nvPr>
            <p:ph type="subTitle" idx="1"/>
          </p:nvPr>
        </p:nvSpPr>
        <p:spPr>
          <a:xfrm>
            <a:off x="1432560" y="1850064"/>
            <a:ext cx="7406640" cy="1752600"/>
          </a:xfrm>
        </p:spPr>
        <p:txBody>
          <a:bodyPr tIns="0"/>
          <a:lstStyle>
            <a:lvl1pPr marL="27432" indent="0" algn="l">
              <a:buNone/>
              <a:defRPr sz="2600">
                <a:solidFill>
                  <a:schemeClr val="tx2">
                    <a:shade val="30000"/>
                    <a:satMod val="150000"/>
                  </a:schemeClr>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n-US" smtClean="0"/>
              <a:t>Click to edit Master subtitle style</a:t>
            </a:r>
            <a:endParaRPr kumimoji="0" lang="en-US"/>
          </a:p>
        </p:txBody>
      </p:sp>
      <p:sp>
        <p:nvSpPr>
          <p:cNvPr id="7" name="Date Placeholder 6"/>
          <p:cNvSpPr>
            <a:spLocks noGrp="1"/>
          </p:cNvSpPr>
          <p:nvPr>
            <p:ph type="dt" sz="half" idx="10"/>
          </p:nvPr>
        </p:nvSpPr>
        <p:spPr/>
        <p:txBody>
          <a:bodyPr/>
          <a:lstStyle>
            <a:extLst/>
          </a:lstStyle>
          <a:p>
            <a:fld id="{1D8BD707-D9CF-40AE-B4C6-C98DA3205C09}" type="datetimeFigureOut">
              <a:rPr lang="en-US" smtClean="0"/>
              <a:pPr/>
              <a:t>11/22/2023</a:t>
            </a:fld>
            <a:endParaRPr lang="en-US"/>
          </a:p>
        </p:txBody>
      </p:sp>
      <p:sp>
        <p:nvSpPr>
          <p:cNvPr id="20" name="Footer Placeholder 19"/>
          <p:cNvSpPr>
            <a:spLocks noGrp="1"/>
          </p:cNvSpPr>
          <p:nvPr>
            <p:ph type="ftr" sz="quarter" idx="11"/>
          </p:nvPr>
        </p:nvSpPr>
        <p:spPr/>
        <p:txBody>
          <a:bodyPr/>
          <a:lstStyle>
            <a:extLst/>
          </a:lstStyle>
          <a:p>
            <a:endParaRPr lang="en-US"/>
          </a:p>
        </p:txBody>
      </p:sp>
      <p:sp>
        <p:nvSpPr>
          <p:cNvPr id="10" name="Slide Number Placeholder 9"/>
          <p:cNvSpPr>
            <a:spLocks noGrp="1"/>
          </p:cNvSpPr>
          <p:nvPr>
            <p:ph type="sldNum" sz="quarter" idx="12"/>
          </p:nvPr>
        </p:nvSpPr>
        <p:spPr/>
        <p:txBody>
          <a:bodyPr/>
          <a:lstStyle>
            <a:extLst/>
          </a:lstStyle>
          <a:p>
            <a:fld id="{B6F15528-21DE-4FAA-801E-634DDDAF4B2B}" type="slidenum">
              <a:rPr lang="en-US" smtClean="0"/>
              <a:pPr/>
              <a:t>‹#›</a:t>
            </a:fld>
            <a:endParaRPr lang="en-US"/>
          </a:p>
        </p:txBody>
      </p:sp>
      <p:sp>
        <p:nvSpPr>
          <p:cNvPr id="8" name="Oval 7"/>
          <p:cNvSpPr/>
          <p:nvPr/>
        </p:nvSpPr>
        <p:spPr>
          <a:xfrm>
            <a:off x="921433" y="1413802"/>
            <a:ext cx="210312" cy="210312"/>
          </a:xfrm>
          <a:prstGeom prst="ellipse">
            <a:avLst/>
          </a:prstGeom>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25000" t="12500" r="75000" b="875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extLst/>
          </a:lstStyle>
          <a:p>
            <a:pPr algn="ctr" eaLnBrk="1" latinLnBrk="0" hangingPunct="1"/>
            <a:endParaRPr kumimoji="0" lang="en-US"/>
          </a:p>
        </p:txBody>
      </p:sp>
      <p:sp>
        <p:nvSpPr>
          <p:cNvPr id="9" name="Oval 8"/>
          <p:cNvSpPr/>
          <p:nvPr/>
        </p:nvSpPr>
        <p:spPr>
          <a:xfrm>
            <a:off x="1157176" y="1345016"/>
            <a:ext cx="64008" cy="64008"/>
          </a:xfrm>
          <a:prstGeom prst="ellipse">
            <a:avLst/>
          </a:prstGeom>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extLst/>
          </a:lstStyle>
          <a:p>
            <a:pPr algn="ctr" eaLnBrk="1" latinLnBrk="0" hangingPunct="1"/>
            <a:endParaRPr kumimoji="0"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extLst/>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1D8BD707-D9CF-40AE-B4C6-C98DA3205C09}" type="datetimeFigureOut">
              <a:rPr lang="en-US" smtClean="0"/>
              <a:pPr/>
              <a:t>11/22/2023</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2282890" y="-54"/>
            <a:ext cx="6858000" cy="6858054"/>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2" name="Title 1"/>
          <p:cNvSpPr>
            <a:spLocks noGrp="1"/>
          </p:cNvSpPr>
          <p:nvPr>
            <p:ph type="title"/>
          </p:nvPr>
        </p:nvSpPr>
        <p:spPr>
          <a:xfrm>
            <a:off x="2578392" y="2600325"/>
            <a:ext cx="6400800" cy="2286000"/>
          </a:xfrm>
        </p:spPr>
        <p:txBody>
          <a:bodyPr anchor="t"/>
          <a:lstStyle>
            <a:lvl1pPr algn="l">
              <a:lnSpc>
                <a:spcPts val="4500"/>
              </a:lnSpc>
              <a:buNone/>
              <a:defRPr sz="4000" b="1" cap="all"/>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2578392" y="1066800"/>
            <a:ext cx="6400800" cy="1509712"/>
          </a:xfrm>
        </p:spPr>
        <p:txBody>
          <a:bodyPr anchor="b"/>
          <a:lstStyle>
            <a:lvl1pPr marL="18288" indent="0">
              <a:lnSpc>
                <a:spcPts val="2300"/>
              </a:lnSpc>
              <a:spcBef>
                <a:spcPts val="0"/>
              </a:spcBef>
              <a:buNone/>
              <a:defRPr sz="2000">
                <a:solidFill>
                  <a:schemeClr val="tx2">
                    <a:shade val="30000"/>
                    <a:satMod val="150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extLst/>
          </a:lstStyle>
          <a:p>
            <a:fld id="{1D8BD707-D9CF-40AE-B4C6-C98DA3205C09}" type="datetimeFigureOut">
              <a:rPr lang="en-US" smtClean="0"/>
              <a:pPr/>
              <a:t>11/22/2023</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B6F15528-21DE-4FAA-801E-634DDDAF4B2B}" type="slidenum">
              <a:rPr lang="en-US" smtClean="0"/>
              <a:pPr/>
              <a:t>‹#›</a:t>
            </a:fld>
            <a:endParaRPr lang="en-US"/>
          </a:p>
        </p:txBody>
      </p:sp>
      <p:sp>
        <p:nvSpPr>
          <p:cNvPr id="10" name="Rectangle 9"/>
          <p:cNvSpPr/>
          <p:nvPr/>
        </p:nvSpPr>
        <p:spPr bwMode="invGray">
          <a:xfrm>
            <a:off x="2286000" y="0"/>
            <a:ext cx="76200"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8" name="Oval 7"/>
          <p:cNvSpPr/>
          <p:nvPr/>
        </p:nvSpPr>
        <p:spPr>
          <a:xfrm>
            <a:off x="2172321" y="2814656"/>
            <a:ext cx="210312" cy="210312"/>
          </a:xfrm>
          <a:prstGeom prst="ellipse">
            <a:avLst/>
          </a:prstGeom>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25000" t="12500" r="75000" b="875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extLst/>
          </a:lstStyle>
          <a:p>
            <a:pPr algn="ctr" eaLnBrk="1" latinLnBrk="0" hangingPunct="1"/>
            <a:endParaRPr kumimoji="0" lang="en-US"/>
          </a:p>
        </p:txBody>
      </p:sp>
      <p:sp>
        <p:nvSpPr>
          <p:cNvPr id="9" name="Oval 8"/>
          <p:cNvSpPr/>
          <p:nvPr/>
        </p:nvSpPr>
        <p:spPr>
          <a:xfrm>
            <a:off x="2408064" y="2745870"/>
            <a:ext cx="64008" cy="64008"/>
          </a:xfrm>
          <a:prstGeom prst="ellipse">
            <a:avLst/>
          </a:prstGeom>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extLst/>
          </a:lstStyle>
          <a:p>
            <a:pPr algn="ctr" eaLnBrk="1" latinLnBrk="0" hangingPunct="1"/>
            <a:endParaRPr kumimoji="0"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320"/>
            <a:ext cx="7498080" cy="1143000"/>
          </a:xfrm>
        </p:spPr>
        <p:txBody>
          <a:bodyPr/>
          <a:lstStyle>
            <a:extLst/>
          </a:lstStyle>
          <a:p>
            <a:r>
              <a:rPr kumimoji="0" lang="en-US" smtClean="0"/>
              <a:t>Click to edit Master title style</a:t>
            </a:r>
            <a:endParaRPr kumimoji="0" lang="en-US"/>
          </a:p>
        </p:txBody>
      </p:sp>
      <p:sp>
        <p:nvSpPr>
          <p:cNvPr id="3" name="Content Placeholder 2"/>
          <p:cNvSpPr>
            <a:spLocks noGrp="1"/>
          </p:cNvSpPr>
          <p:nvPr>
            <p:ph sz="half" idx="1"/>
          </p:nvPr>
        </p:nvSpPr>
        <p:spPr>
          <a:xfrm>
            <a:off x="1435608" y="1524000"/>
            <a:ext cx="3657600" cy="4663440"/>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5276088" y="1524000"/>
            <a:ext cx="3657600" cy="4663440"/>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extLst/>
          </a:lstStyle>
          <a:p>
            <a:fld id="{1D8BD707-D9CF-40AE-B4C6-C98DA3205C09}" type="datetimeFigureOut">
              <a:rPr lang="en-US" smtClean="0"/>
              <a:pPr/>
              <a:t>11/22/2023</a:t>
            </a:fld>
            <a:endParaRPr lang="en-US"/>
          </a:p>
        </p:txBody>
      </p:sp>
      <p:sp>
        <p:nvSpPr>
          <p:cNvPr id="6" name="Footer Placeholder 5"/>
          <p:cNvSpPr>
            <a:spLocks noGrp="1"/>
          </p:cNvSpPr>
          <p:nvPr>
            <p:ph type="ftr" sz="quarter" idx="11"/>
          </p:nvPr>
        </p:nvSpPr>
        <p:spPr/>
        <p:txBody>
          <a:bodyPr/>
          <a:lstStyle>
            <a:extLst/>
          </a:lstStyle>
          <a:p>
            <a:endParaRPr lang="en-US"/>
          </a:p>
        </p:txBody>
      </p:sp>
      <p:sp>
        <p:nvSpPr>
          <p:cNvPr id="7" name="Slide Number Placeholder 6"/>
          <p:cNvSpPr>
            <a:spLocks noGrp="1"/>
          </p:cNvSpPr>
          <p:nvPr>
            <p:ph type="sldNum" sz="quarter" idx="12"/>
          </p:nvPr>
        </p:nvSpPr>
        <p:spPr/>
        <p:txBody>
          <a:bodyPr/>
          <a:lstStyle>
            <a:extLst/>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5160336"/>
            <a:ext cx="8229600" cy="1143000"/>
          </a:xfrm>
        </p:spPr>
        <p:txBody>
          <a:bodyPr anchor="ctr"/>
          <a:lstStyle>
            <a:lvl1pPr algn="ctr">
              <a:defRPr sz="4500" b="1" cap="none" baseline="0"/>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328278"/>
            <a:ext cx="4023360" cy="640080"/>
          </a:xfrm>
          <a:solidFill>
            <a:schemeClr val="bg1"/>
          </a:solidFill>
          <a:ln w="10795">
            <a:solidFill>
              <a:schemeClr val="bg1"/>
            </a:solidFill>
            <a:miter lim="800000"/>
          </a:ln>
        </p:spPr>
        <p:txBody>
          <a:bodyPr anchor="ctr"/>
          <a:lstStyle>
            <a:lvl1pPr marL="64008" indent="0" algn="l">
              <a:lnSpc>
                <a:spcPct val="100000"/>
              </a:lnSpc>
              <a:spcBef>
                <a:spcPts val="100"/>
              </a:spcBef>
              <a:buNone/>
              <a:defRPr sz="1900" b="0">
                <a:solidFill>
                  <a:schemeClr val="tx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63440" y="328278"/>
            <a:ext cx="4023360" cy="640080"/>
          </a:xfrm>
          <a:solidFill>
            <a:schemeClr val="bg1"/>
          </a:solidFill>
          <a:ln w="10795">
            <a:solidFill>
              <a:schemeClr val="bg1"/>
            </a:solidFill>
            <a:miter lim="800000"/>
          </a:ln>
        </p:spPr>
        <p:txBody>
          <a:bodyPr anchor="ctr"/>
          <a:lstStyle>
            <a:lvl1pPr marL="64008" indent="0" algn="l">
              <a:lnSpc>
                <a:spcPct val="100000"/>
              </a:lnSpc>
              <a:spcBef>
                <a:spcPts val="100"/>
              </a:spcBef>
              <a:buNone/>
              <a:defRPr sz="1900" b="0">
                <a:solidFill>
                  <a:schemeClr val="tx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969336"/>
            <a:ext cx="4023360" cy="4114800"/>
          </a:xfrm>
          <a:ln w="10795">
            <a:solidFill>
              <a:schemeClr val="bg1"/>
            </a:solidFill>
            <a:prstDash val="dash"/>
            <a:miter lim="800000"/>
          </a:ln>
        </p:spPr>
        <p:txBody>
          <a:bodyPr/>
          <a:lstStyle>
            <a:lvl1pPr marL="393192" indent="-274320">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63440" y="969336"/>
            <a:ext cx="4023360" cy="4114800"/>
          </a:xfrm>
          <a:ln w="10795">
            <a:solidFill>
              <a:schemeClr val="bg1"/>
            </a:solidFill>
            <a:prstDash val="dash"/>
            <a:miter lim="800000"/>
          </a:ln>
        </p:spPr>
        <p:txBody>
          <a:bodyPr/>
          <a:lstStyle>
            <a:lvl1pPr marL="393192" indent="-274320">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extLst/>
          </a:lstStyle>
          <a:p>
            <a:fld id="{1D8BD707-D9CF-40AE-B4C6-C98DA3205C09}" type="datetimeFigureOut">
              <a:rPr lang="en-US" smtClean="0"/>
              <a:pPr/>
              <a:t>11/22/2023</a:t>
            </a:fld>
            <a:endParaRPr lang="en-US"/>
          </a:p>
        </p:txBody>
      </p:sp>
      <p:sp>
        <p:nvSpPr>
          <p:cNvPr id="8" name="Footer Placeholder 7"/>
          <p:cNvSpPr>
            <a:spLocks noGrp="1"/>
          </p:cNvSpPr>
          <p:nvPr>
            <p:ph type="ftr" sz="quarter" idx="11"/>
          </p:nvPr>
        </p:nvSpPr>
        <p:spPr/>
        <p:txBody>
          <a:bodyPr/>
          <a:lstStyle>
            <a:extLst/>
          </a:lstStyle>
          <a:p>
            <a:endParaRPr lang="en-US"/>
          </a:p>
        </p:txBody>
      </p:sp>
      <p:sp>
        <p:nvSpPr>
          <p:cNvPr id="9" name="Slide Number Placeholder 8"/>
          <p:cNvSpPr>
            <a:spLocks noGrp="1"/>
          </p:cNvSpPr>
          <p:nvPr>
            <p:ph type="sldNum" sz="quarter" idx="12"/>
          </p:nvPr>
        </p:nvSpPr>
        <p:spPr/>
        <p:txBody>
          <a:bodyPr/>
          <a:lstStyle>
            <a:extLst/>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320"/>
            <a:ext cx="7498080" cy="1143000"/>
          </a:xfrm>
        </p:spPr>
        <p:txBody>
          <a:bodyPr anchor="ctr"/>
          <a:lstStyle>
            <a:extLst/>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extLst/>
          </a:lstStyle>
          <a:p>
            <a:fld id="{1D8BD707-D9CF-40AE-B4C6-C98DA3205C09}" type="datetimeFigureOut">
              <a:rPr lang="en-US" smtClean="0"/>
              <a:pPr/>
              <a:t>11/22/2023</a:t>
            </a:fld>
            <a:endParaRPr lang="en-US"/>
          </a:p>
        </p:txBody>
      </p:sp>
      <p:sp>
        <p:nvSpPr>
          <p:cNvPr id="4" name="Footer Placeholder 3"/>
          <p:cNvSpPr>
            <a:spLocks noGrp="1"/>
          </p:cNvSpPr>
          <p:nvPr>
            <p:ph type="ftr" sz="quarter" idx="11"/>
          </p:nvPr>
        </p:nvSpPr>
        <p:spPr/>
        <p:txBody>
          <a:bodyPr/>
          <a:lstStyle>
            <a:extLst/>
          </a:lstStyle>
          <a:p>
            <a:endParaRPr lang="en-US"/>
          </a:p>
        </p:txBody>
      </p:sp>
      <p:sp>
        <p:nvSpPr>
          <p:cNvPr id="5" name="Slide Number Placeholder 4"/>
          <p:cNvSpPr>
            <a:spLocks noGrp="1"/>
          </p:cNvSpPr>
          <p:nvPr>
            <p:ph type="sldNum" sz="quarter" idx="12"/>
          </p:nvPr>
        </p:nvSpPr>
        <p:spPr/>
        <p:txBody>
          <a:bodyPr/>
          <a:lstStyle>
            <a:extLst/>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1014984" y="0"/>
            <a:ext cx="8129016" cy="6858000"/>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2" name="Date Placeholder 1"/>
          <p:cNvSpPr>
            <a:spLocks noGrp="1"/>
          </p:cNvSpPr>
          <p:nvPr>
            <p:ph type="dt" sz="half" idx="10"/>
          </p:nvPr>
        </p:nvSpPr>
        <p:spPr/>
        <p:txBody>
          <a:bodyPr/>
          <a:lstStyle>
            <a:extLst/>
          </a:lstStyle>
          <a:p>
            <a:fld id="{1D8BD707-D9CF-40AE-B4C6-C98DA3205C09}" type="datetimeFigureOut">
              <a:rPr lang="en-US" smtClean="0"/>
              <a:pPr/>
              <a:t>11/22/2023</a:t>
            </a:fld>
            <a:endParaRPr lang="en-US"/>
          </a:p>
        </p:txBody>
      </p:sp>
      <p:sp>
        <p:nvSpPr>
          <p:cNvPr id="3" name="Footer Placeholder 2"/>
          <p:cNvSpPr>
            <a:spLocks noGrp="1"/>
          </p:cNvSpPr>
          <p:nvPr>
            <p:ph type="ftr" sz="quarter" idx="11"/>
          </p:nvPr>
        </p:nvSpPr>
        <p:spPr/>
        <p:txBody>
          <a:bodyPr/>
          <a:lstStyle>
            <a:extLst/>
          </a:lstStyle>
          <a:p>
            <a:endParaRPr lang="en-US"/>
          </a:p>
        </p:txBody>
      </p:sp>
      <p:sp>
        <p:nvSpPr>
          <p:cNvPr id="4" name="Slide Number Placeholder 3"/>
          <p:cNvSpPr>
            <a:spLocks noGrp="1"/>
          </p:cNvSpPr>
          <p:nvPr>
            <p:ph type="sldNum" sz="quarter" idx="12"/>
          </p:nvPr>
        </p:nvSpPr>
        <p:spPr/>
        <p:txBody>
          <a:bodyPr/>
          <a:lstStyle>
            <a:extLst/>
          </a:lstStyle>
          <a:p>
            <a:fld id="{B6F15528-21DE-4FAA-801E-634DDDAF4B2B}" type="slidenum">
              <a:rPr lang="en-US" smtClean="0"/>
              <a:pPr/>
              <a:t>‹#›</a:t>
            </a:fld>
            <a:endParaRPr lang="en-US"/>
          </a:p>
        </p:txBody>
      </p:sp>
      <p:sp>
        <p:nvSpPr>
          <p:cNvPr id="6" name="Rectangle 5"/>
          <p:cNvSpPr/>
          <p:nvPr/>
        </p:nvSpPr>
        <p:spPr bwMode="invGray">
          <a:xfrm>
            <a:off x="1014984" y="-54"/>
            <a:ext cx="73152"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16778"/>
            <a:ext cx="3810000" cy="1162050"/>
          </a:xfrm>
          <a:ln>
            <a:noFill/>
          </a:ln>
        </p:spPr>
        <p:txBody>
          <a:bodyPr anchor="b"/>
          <a:lstStyle>
            <a:lvl1pPr algn="l">
              <a:lnSpc>
                <a:spcPts val="2000"/>
              </a:lnSpc>
              <a:buNone/>
              <a:defRPr sz="2200" b="1" cap="all" baseline="0"/>
            </a:lvl1pPr>
            <a:extLst/>
          </a:lstStyle>
          <a:p>
            <a:r>
              <a:rPr kumimoji="0" lang="en-US" smtClean="0"/>
              <a:t>Click to edit Master title style</a:t>
            </a:r>
            <a:endParaRPr kumimoji="0" lang="en-US"/>
          </a:p>
        </p:txBody>
      </p:sp>
      <p:sp>
        <p:nvSpPr>
          <p:cNvPr id="3" name="Text Placeholder 2"/>
          <p:cNvSpPr>
            <a:spLocks noGrp="1"/>
          </p:cNvSpPr>
          <p:nvPr>
            <p:ph type="body" idx="2"/>
          </p:nvPr>
        </p:nvSpPr>
        <p:spPr>
          <a:xfrm>
            <a:off x="457200" y="1406964"/>
            <a:ext cx="3810000" cy="698500"/>
          </a:xfrm>
        </p:spPr>
        <p:txBody>
          <a:bodyPr/>
          <a:lstStyle>
            <a:lvl1pPr marL="45720" indent="0">
              <a:lnSpc>
                <a:spcPct val="100000"/>
              </a:lnSpc>
              <a:spcBef>
                <a:spcPts val="0"/>
              </a:spcBef>
              <a:buNone/>
              <a:defRPr sz="1400"/>
            </a:lvl1pPr>
            <a:lvl2pPr>
              <a:buNone/>
              <a:defRPr sz="1200"/>
            </a:lvl2pPr>
            <a:lvl3pPr>
              <a:buNone/>
              <a:defRPr sz="1000"/>
            </a:lvl3pPr>
            <a:lvl4pPr>
              <a:buNone/>
              <a:defRPr sz="900"/>
            </a:lvl4pPr>
            <a:lvl5pPr>
              <a:buNone/>
              <a:defRPr sz="900"/>
            </a:lvl5pPr>
            <a:extLst/>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457200" y="2133600"/>
            <a:ext cx="8153400" cy="3992563"/>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extLst/>
          </a:lstStyle>
          <a:p>
            <a:fld id="{1D8BD707-D9CF-40AE-B4C6-C98DA3205C09}" type="datetimeFigureOut">
              <a:rPr lang="en-US" smtClean="0"/>
              <a:pPr/>
              <a:t>11/22/2023</a:t>
            </a:fld>
            <a:endParaRPr lang="en-US"/>
          </a:p>
        </p:txBody>
      </p:sp>
      <p:sp>
        <p:nvSpPr>
          <p:cNvPr id="6" name="Footer Placeholder 5"/>
          <p:cNvSpPr>
            <a:spLocks noGrp="1"/>
          </p:cNvSpPr>
          <p:nvPr>
            <p:ph type="ftr" sz="quarter" idx="11"/>
          </p:nvPr>
        </p:nvSpPr>
        <p:spPr/>
        <p:txBody>
          <a:bodyPr/>
          <a:lstStyle>
            <a:extLst/>
          </a:lstStyle>
          <a:p>
            <a:endParaRPr lang="en-US"/>
          </a:p>
        </p:txBody>
      </p:sp>
      <p:sp>
        <p:nvSpPr>
          <p:cNvPr id="7" name="Slide Number Placeholder 6"/>
          <p:cNvSpPr>
            <a:spLocks noGrp="1"/>
          </p:cNvSpPr>
          <p:nvPr>
            <p:ph type="sldNum" sz="quarter" idx="12"/>
          </p:nvPr>
        </p:nvSpPr>
        <p:spPr/>
        <p:txBody>
          <a:bodyPr/>
          <a:lstStyle>
            <a:extLst/>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86896" y="1066800"/>
            <a:ext cx="2743200" cy="1981200"/>
          </a:xfrm>
        </p:spPr>
        <p:txBody>
          <a:bodyPr anchor="b">
            <a:noAutofit/>
          </a:bodyPr>
          <a:lstStyle>
            <a:lvl1pPr algn="l">
              <a:buNone/>
              <a:defRPr sz="2100" b="1">
                <a:effectLst/>
              </a:defRPr>
            </a:lvl1pPr>
            <a:extLst/>
          </a:lstStyle>
          <a:p>
            <a:r>
              <a:rPr kumimoji="0" lang="en-US" smtClean="0"/>
              <a:t>Click to edit Master title style</a:t>
            </a:r>
            <a:endParaRPr kumimoji="0" lang="en-US"/>
          </a:p>
        </p:txBody>
      </p:sp>
      <p:sp>
        <p:nvSpPr>
          <p:cNvPr id="5" name="Date Placeholder 4"/>
          <p:cNvSpPr>
            <a:spLocks noGrp="1"/>
          </p:cNvSpPr>
          <p:nvPr>
            <p:ph type="dt" sz="half" idx="10"/>
          </p:nvPr>
        </p:nvSpPr>
        <p:spPr/>
        <p:txBody>
          <a:bodyPr/>
          <a:lstStyle>
            <a:extLst/>
          </a:lstStyle>
          <a:p>
            <a:fld id="{1D8BD707-D9CF-40AE-B4C6-C98DA3205C09}" type="datetimeFigureOut">
              <a:rPr lang="en-US" smtClean="0"/>
              <a:pPr/>
              <a:t>11/22/2023</a:t>
            </a:fld>
            <a:endParaRPr lang="en-US"/>
          </a:p>
        </p:txBody>
      </p:sp>
      <p:sp>
        <p:nvSpPr>
          <p:cNvPr id="6" name="Footer Placeholder 5"/>
          <p:cNvSpPr>
            <a:spLocks noGrp="1"/>
          </p:cNvSpPr>
          <p:nvPr>
            <p:ph type="ftr" sz="quarter" idx="11"/>
          </p:nvPr>
        </p:nvSpPr>
        <p:spPr/>
        <p:txBody>
          <a:bodyPr/>
          <a:lstStyle>
            <a:extLst/>
          </a:lstStyle>
          <a:p>
            <a:endParaRPr lang="en-US"/>
          </a:p>
        </p:txBody>
      </p:sp>
      <p:sp>
        <p:nvSpPr>
          <p:cNvPr id="7" name="Slide Number Placeholder 6"/>
          <p:cNvSpPr>
            <a:spLocks noGrp="1"/>
          </p:cNvSpPr>
          <p:nvPr>
            <p:ph type="sldNum" sz="quarter" idx="12"/>
          </p:nvPr>
        </p:nvSpPr>
        <p:spPr/>
        <p:txBody>
          <a:bodyPr/>
          <a:lstStyle>
            <a:extLst/>
          </a:lstStyle>
          <a:p>
            <a:fld id="{B6F15528-21DE-4FAA-801E-634DDDAF4B2B}" type="slidenum">
              <a:rPr lang="en-US" smtClean="0"/>
              <a:pPr/>
              <a:t>‹#›</a:t>
            </a:fld>
            <a:endParaRPr lang="en-US"/>
          </a:p>
        </p:txBody>
      </p:sp>
      <p:sp>
        <p:nvSpPr>
          <p:cNvPr id="8" name="Rectangle 7"/>
          <p:cNvSpPr/>
          <p:nvPr/>
        </p:nvSpPr>
        <p:spPr>
          <a:xfrm>
            <a:off x="762000" y="1066800"/>
            <a:ext cx="4572000" cy="4572000"/>
          </a:xfrm>
          <a:prstGeom prst="rect">
            <a:avLst/>
          </a:prstGeom>
          <a:solidFill>
            <a:srgbClr val="FFFFFF"/>
          </a:solidFill>
          <a:ln w="88900" cap="sq">
            <a:solidFill>
              <a:srgbClr val="FFFFFF"/>
            </a:solidFill>
            <a:miter lim="800000"/>
          </a:ln>
          <a:effectLst>
            <a:outerShdw blurRad="55500" dist="18500" dir="5400000" algn="tl" rotWithShape="0">
              <a:srgbClr val="000000">
                <a:alpha val="35000"/>
              </a:srgbClr>
            </a:outerShdw>
          </a:effectLst>
          <a:scene3d>
            <a:camera prst="orthographicFront"/>
            <a:lightRig rig="twoPt" dir="t">
              <a:rot lat="0" lon="0" rev="7200000"/>
            </a:lightRig>
          </a:scene3d>
          <a:sp3d contourW="635">
            <a:bevelT w="25400" h="19050"/>
            <a:contourClr>
              <a:srgbClr val="969696"/>
            </a:contourClr>
          </a:sp3d>
        </p:spPr>
        <p:txBody>
          <a:bodyPr lIns="91440" tIns="274320" rtlCol="0" anchor="t">
            <a:normAutofit/>
          </a:bodyPr>
          <a:lstStyle>
            <a:extLst/>
          </a:lstStyle>
          <a:p>
            <a:pPr marL="0" indent="-283464" algn="l" rtl="0" eaLnBrk="1" latinLnBrk="0" hangingPunct="1">
              <a:lnSpc>
                <a:spcPts val="3000"/>
              </a:lnSpc>
              <a:spcBef>
                <a:spcPts val="600"/>
              </a:spcBef>
              <a:buClr>
                <a:schemeClr val="accent1"/>
              </a:buClr>
              <a:buSzPct val="80000"/>
              <a:buFont typeface="Wingdings 2"/>
              <a:buNone/>
            </a:pPr>
            <a:endParaRPr kumimoji="0" lang="en-US" sz="3200" kern="1200">
              <a:solidFill>
                <a:schemeClr val="tx1"/>
              </a:solidFill>
              <a:latin typeface="+mn-lt"/>
              <a:ea typeface="+mn-ea"/>
              <a:cs typeface="+mn-cs"/>
            </a:endParaRPr>
          </a:p>
        </p:txBody>
      </p:sp>
      <p:sp>
        <p:nvSpPr>
          <p:cNvPr id="3" name="Picture Placeholder 2"/>
          <p:cNvSpPr>
            <a:spLocks noGrp="1"/>
          </p:cNvSpPr>
          <p:nvPr>
            <p:ph type="pic" idx="1"/>
          </p:nvPr>
        </p:nvSpPr>
        <p:spPr>
          <a:xfrm>
            <a:off x="838200" y="1143003"/>
            <a:ext cx="4419600" cy="3514531"/>
          </a:xfrm>
          <a:prstGeom prst="roundRect">
            <a:avLst>
              <a:gd name="adj" fmla="val 783"/>
            </a:avLst>
          </a:prstGeom>
          <a:solidFill>
            <a:schemeClr val="bg2"/>
          </a:solidFill>
          <a:ln w="127000">
            <a:noFill/>
            <a:miter lim="800000"/>
          </a:ln>
          <a:effectLst/>
        </p:spPr>
        <p:txBody>
          <a:bodyPr lIns="91440" tIns="274320" anchor="t"/>
          <a:lstStyle>
            <a:lvl1pPr indent="0">
              <a:buNone/>
              <a:defRPr sz="3200"/>
            </a:lvl1pPr>
            <a:extLst/>
          </a:lstStyle>
          <a:p>
            <a:pPr marL="0" algn="l" eaLnBrk="1" latinLnBrk="0" hangingPunct="1"/>
            <a:r>
              <a:rPr kumimoji="0" lang="en-US" smtClean="0"/>
              <a:t>Click icon to add picture</a:t>
            </a:r>
            <a:endParaRPr kumimoji="0" lang="en-US" dirty="0"/>
          </a:p>
        </p:txBody>
      </p:sp>
      <p:sp>
        <p:nvSpPr>
          <p:cNvPr id="9" name="Flowchart: Process 8"/>
          <p:cNvSpPr/>
          <p:nvPr/>
        </p:nvSpPr>
        <p:spPr>
          <a:xfrm rot="19468671">
            <a:off x="396725" y="954341"/>
            <a:ext cx="685800" cy="204310"/>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shade val="90000"/>
                <a:satMod val="200000"/>
                <a:alpha val="40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10" name="Flowchart: Process 9"/>
          <p:cNvSpPr/>
          <p:nvPr/>
        </p:nvSpPr>
        <p:spPr>
          <a:xfrm rot="2103354" flipH="1">
            <a:off x="5003667" y="936786"/>
            <a:ext cx="649224" cy="204310"/>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alpha val="20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dirty="0"/>
          </a:p>
        </p:txBody>
      </p:sp>
      <p:sp>
        <p:nvSpPr>
          <p:cNvPr id="4" name="Text Placeholder 3"/>
          <p:cNvSpPr>
            <a:spLocks noGrp="1"/>
          </p:cNvSpPr>
          <p:nvPr>
            <p:ph type="body" sz="half" idx="2"/>
          </p:nvPr>
        </p:nvSpPr>
        <p:spPr>
          <a:xfrm>
            <a:off x="838200" y="4800600"/>
            <a:ext cx="4419600" cy="762000"/>
          </a:xfrm>
        </p:spPr>
        <p:txBody>
          <a:bodyPr anchor="ctr"/>
          <a:lstStyle>
            <a:lvl1pPr marL="0" indent="0" algn="l">
              <a:lnSpc>
                <a:spcPts val="1600"/>
              </a:lnSpc>
              <a:spcBef>
                <a:spcPts val="0"/>
              </a:spcBef>
              <a:buNone/>
              <a:defRPr sz="1400">
                <a:solidFill>
                  <a:srgbClr val="777777"/>
                </a:solidFill>
              </a:defRPr>
            </a:lvl1pPr>
            <a:lvl2pPr>
              <a:defRPr sz="1200"/>
            </a:lvl2pPr>
            <a:lvl3pPr>
              <a:defRPr sz="1000"/>
            </a:lvl3pPr>
            <a:lvl4pPr>
              <a:defRPr sz="900"/>
            </a:lvl4pPr>
            <a:lvl5pPr>
              <a:defRPr sz="900"/>
            </a:lvl5pPr>
            <a:extLst/>
          </a:lstStyle>
          <a:p>
            <a:pPr lvl="0" eaLnBrk="1" latinLnBrk="0" hangingPunct="1"/>
            <a:r>
              <a:rPr kumimoji="0" lang="en-US" smtClean="0"/>
              <a:t>Click to edit Master text styles</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1D8BD707-D9CF-40AE-B4C6-C98DA3205C09}" type="datetimeFigureOut">
              <a:rPr lang="en-US" smtClean="0"/>
              <a:pPr/>
              <a:t>11/22/2023</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58000" y="274639"/>
            <a:ext cx="1828800" cy="5851525"/>
          </a:xfrm>
        </p:spPr>
        <p:txBody>
          <a:bodyPr vert="eaVert"/>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1143000" y="274640"/>
            <a:ext cx="5562600" cy="5851525"/>
          </a:xfrm>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1D8BD707-D9CF-40AE-B4C6-C98DA3205C09}" type="datetimeFigureOut">
              <a:rPr lang="en-US" smtClean="0"/>
              <a:pPr/>
              <a:t>11/22/2023</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7" name="Pie 6"/>
          <p:cNvSpPr/>
          <p:nvPr/>
        </p:nvSpPr>
        <p:spPr>
          <a:xfrm>
            <a:off x="-815927" y="-815922"/>
            <a:ext cx="1638887" cy="1638887"/>
          </a:xfrm>
          <a:prstGeom prst="pie">
            <a:avLst>
              <a:gd name="adj1" fmla="val 0"/>
              <a:gd name="adj2" fmla="val 5402120"/>
            </a:avLst>
          </a:prstGeom>
          <a:solidFill>
            <a:schemeClr val="bg2">
              <a:tint val="18000"/>
              <a:satMod val="220000"/>
              <a:alpha val="33000"/>
            </a:schemeClr>
          </a:solidFill>
          <a:ln w="3175" cap="rnd" cmpd="sng" algn="ctr">
            <a:solidFill>
              <a:schemeClr val="bg2">
                <a:shade val="70000"/>
                <a:satMod val="200000"/>
                <a:alpha val="100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8" name="Oval 7"/>
          <p:cNvSpPr/>
          <p:nvPr/>
        </p:nvSpPr>
        <p:spPr>
          <a:xfrm>
            <a:off x="168816" y="21102"/>
            <a:ext cx="1702191" cy="1702191"/>
          </a:xfrm>
          <a:prstGeom prst="ellipse">
            <a:avLst/>
          </a:prstGeom>
          <a:noFill/>
          <a:ln w="27305" cap="rnd" cmpd="sng" algn="ctr">
            <a:solidFill>
              <a:schemeClr val="bg2">
                <a:tint val="45000"/>
                <a:satMod val="325000"/>
                <a:alpha val="100000"/>
              </a:schemeClr>
            </a:solidFill>
            <a:prstDash val="solid"/>
          </a:ln>
          <a:effectLst>
            <a:outerShdw blurRad="25400" dist="25400" dir="5400000" algn="tl" rotWithShape="0">
              <a:schemeClr val="bg2">
                <a:shade val="50000"/>
                <a:satMod val="150000"/>
                <a:alpha val="85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11" name="Donut 10"/>
          <p:cNvSpPr/>
          <p:nvPr/>
        </p:nvSpPr>
        <p:spPr>
          <a:xfrm rot="2315675">
            <a:off x="182881" y="1055077"/>
            <a:ext cx="1125717" cy="1102624"/>
          </a:xfrm>
          <a:prstGeom prst="donut">
            <a:avLst>
              <a:gd name="adj" fmla="val 11833"/>
            </a:avLst>
          </a:prstGeom>
          <a:gradFill rotWithShape="1">
            <a:gsLst>
              <a:gs pos="0">
                <a:schemeClr val="bg2">
                  <a:tint val="10000"/>
                  <a:shade val="99000"/>
                  <a:satMod val="355000"/>
                  <a:alpha val="70000"/>
                </a:schemeClr>
              </a:gs>
              <a:gs pos="70000">
                <a:schemeClr val="bg2">
                  <a:tint val="6000"/>
                  <a:shade val="100000"/>
                  <a:satMod val="400000"/>
                  <a:alpha val="55000"/>
                </a:schemeClr>
              </a:gs>
              <a:gs pos="100000">
                <a:schemeClr val="bg2">
                  <a:tint val="100000"/>
                  <a:shade val="75000"/>
                  <a:satMod val="370000"/>
                  <a:alpha val="60000"/>
                </a:schemeClr>
              </a:gs>
            </a:gsLst>
            <a:path path="circle">
              <a:fillToRect l="-407500" t="-50000" r="507500" b="150000"/>
            </a:path>
          </a:gradFill>
          <a:ln w="7350" cap="rnd" cmpd="sng" algn="ctr">
            <a:solidFill>
              <a:schemeClr val="bg2">
                <a:shade val="60000"/>
                <a:satMod val="220000"/>
                <a:alpha val="100000"/>
              </a:schemeClr>
            </a:solidFill>
            <a:prstDash val="solid"/>
          </a:ln>
          <a:effectLst>
            <a:outerShdw blurRad="12700" dist="15000" dir="4500000" algn="tl" rotWithShape="0">
              <a:schemeClr val="bg2">
                <a:shade val="10000"/>
                <a:satMod val="200000"/>
                <a:alpha val="35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12" name="Rectangle 11"/>
          <p:cNvSpPr/>
          <p:nvPr/>
        </p:nvSpPr>
        <p:spPr>
          <a:xfrm>
            <a:off x="1012873" y="-54"/>
            <a:ext cx="8131127" cy="6858054"/>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5" name="Title Placeholder 4"/>
          <p:cNvSpPr>
            <a:spLocks noGrp="1"/>
          </p:cNvSpPr>
          <p:nvPr>
            <p:ph type="title"/>
          </p:nvPr>
        </p:nvSpPr>
        <p:spPr>
          <a:xfrm>
            <a:off x="1435608" y="274638"/>
            <a:ext cx="7498080" cy="1143000"/>
          </a:xfrm>
          <a:prstGeom prst="rect">
            <a:avLst/>
          </a:prstGeom>
        </p:spPr>
        <p:txBody>
          <a:bodyPr anchor="ctr">
            <a:normAutofit/>
          </a:bodyPr>
          <a:lstStyle>
            <a:extLst/>
          </a:lstStyle>
          <a:p>
            <a:r>
              <a:rPr kumimoji="0" lang="en-US" smtClean="0"/>
              <a:t>Click to edit Master title style</a:t>
            </a:r>
            <a:endParaRPr kumimoji="0" lang="en-US"/>
          </a:p>
        </p:txBody>
      </p:sp>
      <p:sp>
        <p:nvSpPr>
          <p:cNvPr id="9" name="Text Placeholder 8"/>
          <p:cNvSpPr>
            <a:spLocks noGrp="1"/>
          </p:cNvSpPr>
          <p:nvPr>
            <p:ph type="body" idx="1"/>
          </p:nvPr>
        </p:nvSpPr>
        <p:spPr>
          <a:xfrm>
            <a:off x="1435608" y="1447800"/>
            <a:ext cx="7498080" cy="4800600"/>
          </a:xfrm>
          <a:prstGeom prst="rect">
            <a:avLst/>
          </a:prstGeom>
        </p:spPr>
        <p:txBody>
          <a:bodyPr>
            <a:normAutofit/>
          </a:bodyPr>
          <a:lstStyle>
            <a:extLst/>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24" name="Date Placeholder 23"/>
          <p:cNvSpPr>
            <a:spLocks noGrp="1"/>
          </p:cNvSpPr>
          <p:nvPr>
            <p:ph type="dt" sz="half" idx="2"/>
          </p:nvPr>
        </p:nvSpPr>
        <p:spPr>
          <a:xfrm>
            <a:off x="3581400" y="6305550"/>
            <a:ext cx="2133600" cy="476250"/>
          </a:xfrm>
          <a:prstGeom prst="rect">
            <a:avLst/>
          </a:prstGeom>
        </p:spPr>
        <p:txBody>
          <a:bodyPr anchor="b"/>
          <a:lstStyle>
            <a:lvl1pPr algn="r" eaLnBrk="1" latinLnBrk="0" hangingPunct="1">
              <a:defRPr kumimoji="0" sz="1200">
                <a:solidFill>
                  <a:schemeClr val="bg2">
                    <a:shade val="50000"/>
                    <a:satMod val="200000"/>
                  </a:schemeClr>
                </a:solidFill>
              </a:defRPr>
            </a:lvl1pPr>
            <a:extLst/>
          </a:lstStyle>
          <a:p>
            <a:fld id="{1D8BD707-D9CF-40AE-B4C6-C98DA3205C09}" type="datetimeFigureOut">
              <a:rPr lang="en-US" smtClean="0"/>
              <a:pPr/>
              <a:t>11/22/2023</a:t>
            </a:fld>
            <a:endParaRPr lang="en-US"/>
          </a:p>
        </p:txBody>
      </p:sp>
      <p:sp>
        <p:nvSpPr>
          <p:cNvPr id="10" name="Footer Placeholder 9"/>
          <p:cNvSpPr>
            <a:spLocks noGrp="1"/>
          </p:cNvSpPr>
          <p:nvPr>
            <p:ph type="ftr" sz="quarter" idx="3"/>
          </p:nvPr>
        </p:nvSpPr>
        <p:spPr>
          <a:xfrm>
            <a:off x="5715000" y="6305550"/>
            <a:ext cx="2895600" cy="476250"/>
          </a:xfrm>
          <a:prstGeom prst="rect">
            <a:avLst/>
          </a:prstGeom>
        </p:spPr>
        <p:txBody>
          <a:bodyPr anchor="b"/>
          <a:lstStyle>
            <a:lvl1pPr eaLnBrk="1" latinLnBrk="0" hangingPunct="1">
              <a:defRPr kumimoji="0" sz="1200">
                <a:solidFill>
                  <a:schemeClr val="bg2">
                    <a:shade val="50000"/>
                    <a:satMod val="200000"/>
                  </a:schemeClr>
                </a:solidFill>
                <a:effectLst/>
              </a:defRPr>
            </a:lvl1pPr>
            <a:extLst/>
          </a:lstStyle>
          <a:p>
            <a:endParaRPr lang="en-US"/>
          </a:p>
        </p:txBody>
      </p:sp>
      <p:sp>
        <p:nvSpPr>
          <p:cNvPr id="22" name="Slide Number Placeholder 21"/>
          <p:cNvSpPr>
            <a:spLocks noGrp="1"/>
          </p:cNvSpPr>
          <p:nvPr>
            <p:ph type="sldNum" sz="quarter" idx="4"/>
          </p:nvPr>
        </p:nvSpPr>
        <p:spPr>
          <a:xfrm>
            <a:off x="8613648" y="6305550"/>
            <a:ext cx="457200" cy="476250"/>
          </a:xfrm>
          <a:prstGeom prst="rect">
            <a:avLst/>
          </a:prstGeom>
        </p:spPr>
        <p:txBody>
          <a:bodyPr anchor="b"/>
          <a:lstStyle>
            <a:lvl1pPr algn="ctr" eaLnBrk="1" latinLnBrk="0" hangingPunct="1">
              <a:defRPr kumimoji="0" sz="1200">
                <a:solidFill>
                  <a:schemeClr val="bg2">
                    <a:shade val="50000"/>
                    <a:satMod val="200000"/>
                  </a:schemeClr>
                </a:solidFill>
                <a:effectLst/>
              </a:defRPr>
            </a:lvl1pPr>
            <a:extLst/>
          </a:lstStyle>
          <a:p>
            <a:fld id="{B6F15528-21DE-4FAA-801E-634DDDAF4B2B}" type="slidenum">
              <a:rPr lang="en-US" smtClean="0"/>
              <a:pPr/>
              <a:t>‹#›</a:t>
            </a:fld>
            <a:endParaRPr lang="en-US"/>
          </a:p>
        </p:txBody>
      </p:sp>
      <p:sp>
        <p:nvSpPr>
          <p:cNvPr id="15" name="Rectangle 14"/>
          <p:cNvSpPr/>
          <p:nvPr/>
        </p:nvSpPr>
        <p:spPr bwMode="invGray">
          <a:xfrm>
            <a:off x="1014984" y="-54"/>
            <a:ext cx="73152"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4300" kern="1200">
          <a:solidFill>
            <a:schemeClr val="tx2">
              <a:satMod val="130000"/>
            </a:schemeClr>
          </a:solidFill>
          <a:effectLst>
            <a:outerShdw blurRad="50000" dist="30000" dir="5400000" algn="tl" rotWithShape="0">
              <a:srgbClr val="000000">
                <a:alpha val="30000"/>
              </a:srgbClr>
            </a:outerShdw>
          </a:effectLst>
          <a:latin typeface="+mj-lt"/>
          <a:ea typeface="+mj-ea"/>
          <a:cs typeface="+mj-cs"/>
        </a:defRPr>
      </a:lvl1pPr>
      <a:extLst/>
    </p:titleStyle>
    <p:bodyStyle>
      <a:lvl1pPr marL="365760" indent="-283464" algn="l" rtl="0" eaLnBrk="1" latinLnBrk="0" hangingPunct="1">
        <a:lnSpc>
          <a:spcPct val="100000"/>
        </a:lnSpc>
        <a:spcBef>
          <a:spcPts val="600"/>
        </a:spcBef>
        <a:buClr>
          <a:schemeClr val="accent1"/>
        </a:buClr>
        <a:buSzPct val="80000"/>
        <a:buFont typeface="Wingdings 2"/>
        <a:buChar char=""/>
        <a:defRPr kumimoji="0" sz="3200" kern="1200">
          <a:solidFill>
            <a:schemeClr val="tx1"/>
          </a:solidFill>
          <a:latin typeface="+mn-lt"/>
          <a:ea typeface="+mn-ea"/>
          <a:cs typeface="+mn-cs"/>
        </a:defRPr>
      </a:lvl1pPr>
      <a:lvl2pPr marL="640080" indent="-237744" algn="l" rtl="0" eaLnBrk="1" latinLnBrk="0" hangingPunct="1">
        <a:lnSpc>
          <a:spcPct val="100000"/>
        </a:lnSpc>
        <a:spcBef>
          <a:spcPts val="550"/>
        </a:spcBef>
        <a:buClr>
          <a:schemeClr val="accent1"/>
        </a:buClr>
        <a:buFont typeface="Verdana"/>
        <a:buChar char="◦"/>
        <a:defRPr kumimoji="0" sz="2800" kern="1200">
          <a:solidFill>
            <a:schemeClr val="tx1"/>
          </a:solidFill>
          <a:latin typeface="+mn-lt"/>
          <a:ea typeface="+mn-ea"/>
          <a:cs typeface="+mn-cs"/>
        </a:defRPr>
      </a:lvl2pPr>
      <a:lvl3pPr marL="886968" indent="-228600" algn="l" rtl="0" eaLnBrk="1" latinLnBrk="0" hangingPunct="1">
        <a:lnSpc>
          <a:spcPct val="100000"/>
        </a:lnSpc>
        <a:spcBef>
          <a:spcPct val="20000"/>
        </a:spcBef>
        <a:buClr>
          <a:schemeClr val="accent2"/>
        </a:buClr>
        <a:buFont typeface="Wingdings 2"/>
        <a:buChar char=""/>
        <a:defRPr kumimoji="0" sz="2400" kern="1200">
          <a:solidFill>
            <a:schemeClr val="tx1"/>
          </a:solidFill>
          <a:latin typeface="+mn-lt"/>
          <a:ea typeface="+mn-ea"/>
          <a:cs typeface="+mn-cs"/>
        </a:defRPr>
      </a:lvl3pPr>
      <a:lvl4pPr marL="1097280" indent="-173736" algn="l" rtl="0" eaLnBrk="1" latinLnBrk="0" hangingPunct="1">
        <a:lnSpc>
          <a:spcPct val="100000"/>
        </a:lnSpc>
        <a:spcBef>
          <a:spcPct val="20000"/>
        </a:spcBef>
        <a:buClr>
          <a:schemeClr val="accent3"/>
        </a:buClr>
        <a:buFont typeface="Wingdings 2"/>
        <a:buChar char=""/>
        <a:defRPr kumimoji="0" sz="2000" kern="1200">
          <a:solidFill>
            <a:schemeClr val="tx1"/>
          </a:solidFill>
          <a:latin typeface="+mn-lt"/>
          <a:ea typeface="+mn-ea"/>
          <a:cs typeface="+mn-cs"/>
        </a:defRPr>
      </a:lvl4pPr>
      <a:lvl5pPr marL="1298448" indent="-182880" algn="l" rtl="0" eaLnBrk="1" latinLnBrk="0" hangingPunct="1">
        <a:lnSpc>
          <a:spcPct val="100000"/>
        </a:lnSpc>
        <a:spcBef>
          <a:spcPct val="20000"/>
        </a:spcBef>
        <a:buClr>
          <a:schemeClr val="accent4"/>
        </a:buClr>
        <a:buFont typeface="Wingdings 2"/>
        <a:buChar char=""/>
        <a:defRPr kumimoji="0" sz="2000" kern="1200">
          <a:solidFill>
            <a:schemeClr val="tx1"/>
          </a:solidFill>
          <a:latin typeface="+mn-lt"/>
          <a:ea typeface="+mn-ea"/>
          <a:cs typeface="+mn-cs"/>
        </a:defRPr>
      </a:lvl5pPr>
      <a:lvl6pPr marL="1508760" indent="-182880" algn="l" rtl="0" eaLnBrk="1" latinLnBrk="0" hangingPunct="1">
        <a:lnSpc>
          <a:spcPct val="100000"/>
        </a:lnSpc>
        <a:spcBef>
          <a:spcPct val="20000"/>
        </a:spcBef>
        <a:buClr>
          <a:schemeClr val="accent5"/>
        </a:buClr>
        <a:buFont typeface="Wingdings 2"/>
        <a:buChar char=""/>
        <a:defRPr kumimoji="0" sz="2000" kern="1200">
          <a:solidFill>
            <a:schemeClr val="tx1"/>
          </a:solidFill>
          <a:latin typeface="+mn-lt"/>
          <a:ea typeface="+mn-ea"/>
          <a:cs typeface="+mn-cs"/>
        </a:defRPr>
      </a:lvl6pPr>
      <a:lvl7pPr marL="1719072"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7pPr>
      <a:lvl8pPr marL="1920240"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8pPr>
      <a:lvl9pPr marL="2130552"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148478" y="609600"/>
            <a:ext cx="8017131" cy="1754326"/>
          </a:xfrm>
          <a:prstGeom prst="rect">
            <a:avLst/>
          </a:prstGeom>
          <a:noFill/>
        </p:spPr>
        <p:txBody>
          <a:bodyPr wrap="none" lIns="91440" tIns="45720" rIns="91440" bIns="45720">
            <a:spAutoFit/>
          </a:bodyPr>
          <a:lstStyle/>
          <a:p>
            <a:pPr algn="ctr"/>
            <a:r>
              <a:rPr lang="en-US" sz="5400" b="1" cap="none" spc="0"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algn="tl" rotWithShape="0">
                    <a:srgbClr val="000000"/>
                  </a:outerShdw>
                </a:effectLst>
              </a:rPr>
              <a:t>DATABASE RECOVERY</a:t>
            </a:r>
          </a:p>
          <a:p>
            <a:pPr algn="ctr"/>
            <a:r>
              <a:rPr lang="en-US" sz="54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algn="tl" rotWithShape="0">
                    <a:srgbClr val="000000"/>
                  </a:outerShdw>
                </a:effectLst>
              </a:rPr>
              <a:t>SYSTEM</a:t>
            </a:r>
            <a:endParaRPr lang="en-US" sz="5400" b="1" cap="none" spc="0" dirty="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algn="tl" rotWithShape="0">
                  <a:srgbClr val="000000"/>
                </a:outerShdw>
              </a:effectLst>
            </a:endParaRPr>
          </a:p>
        </p:txBody>
      </p:sp>
      <p:sp>
        <p:nvSpPr>
          <p:cNvPr id="5" name="TextBox 4"/>
          <p:cNvSpPr txBox="1"/>
          <p:nvPr/>
        </p:nvSpPr>
        <p:spPr>
          <a:xfrm>
            <a:off x="5157043" y="5638800"/>
            <a:ext cx="3945632" cy="707886"/>
          </a:xfrm>
          <a:prstGeom prst="rect">
            <a:avLst/>
          </a:prstGeom>
          <a:noFill/>
        </p:spPr>
        <p:txBody>
          <a:bodyPr wrap="none" rtlCol="0">
            <a:spAutoFit/>
          </a:bodyPr>
          <a:lstStyle/>
          <a:p>
            <a:r>
              <a:rPr lang="en-US" sz="4000" dirty="0" err="1" smtClean="0"/>
              <a:t>Satyanarayan</a:t>
            </a:r>
            <a:r>
              <a:rPr lang="en-US" sz="4000" dirty="0" smtClean="0"/>
              <a:t> </a:t>
            </a:r>
            <a:r>
              <a:rPr lang="en-US" sz="4000" dirty="0" err="1" smtClean="0"/>
              <a:t>Sahu</a:t>
            </a:r>
            <a:endParaRPr lang="en-US" sz="4000" dirty="0"/>
          </a:p>
        </p:txBody>
      </p:sp>
    </p:spTree>
    <p:extLst>
      <p:ext uri="{BB962C8B-B14F-4D97-AF65-F5344CB8AC3E}">
        <p14:creationId xmlns:p14="http://schemas.microsoft.com/office/powerpoint/2010/main" val="2628919907"/>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47800" y="152400"/>
            <a:ext cx="7498080" cy="944562"/>
          </a:xfrm>
        </p:spPr>
        <p:txBody>
          <a:bodyPr/>
          <a:lstStyle/>
          <a:p>
            <a:r>
              <a:rPr lang="en-US" dirty="0" smtClean="0"/>
              <a:t>What is database recovery???</a:t>
            </a:r>
            <a:endParaRPr lang="en-US" dirty="0"/>
          </a:p>
        </p:txBody>
      </p:sp>
      <p:sp>
        <p:nvSpPr>
          <p:cNvPr id="3" name="Content Placeholder 2"/>
          <p:cNvSpPr>
            <a:spLocks noGrp="1"/>
          </p:cNvSpPr>
          <p:nvPr>
            <p:ph idx="1"/>
          </p:nvPr>
        </p:nvSpPr>
        <p:spPr>
          <a:xfrm>
            <a:off x="1435608" y="1143000"/>
            <a:ext cx="7498080" cy="5486400"/>
          </a:xfrm>
        </p:spPr>
        <p:txBody>
          <a:bodyPr>
            <a:normAutofit fontScale="92500" lnSpcReduction="10000"/>
          </a:bodyPr>
          <a:lstStyle/>
          <a:p>
            <a:pPr algn="just">
              <a:buFont typeface="Wingdings" pitchFamily="2" charset="2"/>
              <a:buChar char="Ø"/>
            </a:pPr>
            <a:r>
              <a:rPr lang="en-US" sz="3600" dirty="0"/>
              <a:t>Database Systems like any other computer system, are subject to failures but the data stored in them must be available as and when </a:t>
            </a:r>
            <a:r>
              <a:rPr lang="en-US" sz="3600" dirty="0" smtClean="0"/>
              <a:t>required.</a:t>
            </a:r>
          </a:p>
          <a:p>
            <a:pPr algn="just">
              <a:buFont typeface="Wingdings" pitchFamily="2" charset="2"/>
              <a:buChar char="Ø"/>
            </a:pPr>
            <a:r>
              <a:rPr lang="en-US" sz="3600" dirty="0" smtClean="0"/>
              <a:t>Database </a:t>
            </a:r>
            <a:r>
              <a:rPr lang="en-US" sz="3600" dirty="0"/>
              <a:t>recovery is the process of restoring the database to a </a:t>
            </a:r>
            <a:r>
              <a:rPr lang="en-US" sz="3600" dirty="0" smtClean="0"/>
              <a:t>consistent </a:t>
            </a:r>
            <a:r>
              <a:rPr lang="en-US" sz="3600" dirty="0"/>
              <a:t>state in the event of a failure</a:t>
            </a:r>
            <a:r>
              <a:rPr lang="en-US" sz="3600" dirty="0" smtClean="0"/>
              <a:t>.</a:t>
            </a:r>
          </a:p>
          <a:p>
            <a:pPr algn="just">
              <a:buFont typeface="Wingdings" pitchFamily="2" charset="2"/>
              <a:buChar char="Ø"/>
            </a:pPr>
            <a:r>
              <a:rPr lang="en-US" sz="3600" dirty="0"/>
              <a:t>I</a:t>
            </a:r>
            <a:r>
              <a:rPr lang="en-US" sz="3600" dirty="0" smtClean="0"/>
              <a:t>t </a:t>
            </a:r>
            <a:r>
              <a:rPr lang="en-US" sz="3600" dirty="0"/>
              <a:t>is the process of restoring the database to the most recent consistent state that existed shortly before the time of system failure.</a:t>
            </a:r>
          </a:p>
        </p:txBody>
      </p:sp>
    </p:spTree>
    <p:extLst>
      <p:ext uri="{BB962C8B-B14F-4D97-AF65-F5344CB8AC3E}">
        <p14:creationId xmlns:p14="http://schemas.microsoft.com/office/powerpoint/2010/main" val="2016249159"/>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Types of Recovery Techniques</a:t>
            </a:r>
            <a:endParaRPr lang="en-US" dirty="0"/>
          </a:p>
        </p:txBody>
      </p:sp>
      <p:sp>
        <p:nvSpPr>
          <p:cNvPr id="3" name="Content Placeholder 2"/>
          <p:cNvSpPr>
            <a:spLocks noGrp="1"/>
          </p:cNvSpPr>
          <p:nvPr>
            <p:ph idx="1"/>
          </p:nvPr>
        </p:nvSpPr>
        <p:spPr/>
        <p:txBody>
          <a:bodyPr/>
          <a:lstStyle/>
          <a:p>
            <a:pPr marL="82296" indent="0" fontAlgn="base">
              <a:buNone/>
            </a:pPr>
            <a:r>
              <a:rPr lang="en-US" dirty="0"/>
              <a:t>There are mainly two types of recovery techniques used in </a:t>
            </a:r>
            <a:r>
              <a:rPr lang="en-US" dirty="0" smtClean="0"/>
              <a:t>DBMS</a:t>
            </a:r>
          </a:p>
          <a:p>
            <a:pPr marL="82296" indent="0" fontAlgn="base">
              <a:buNone/>
            </a:pPr>
            <a:endParaRPr lang="en-US" dirty="0"/>
          </a:p>
          <a:p>
            <a:pPr marL="82296" indent="0" fontAlgn="base">
              <a:buNone/>
            </a:pPr>
            <a:r>
              <a:rPr lang="en-US" b="1" dirty="0" smtClean="0"/>
              <a:t>a) Rollback/Undo </a:t>
            </a:r>
            <a:r>
              <a:rPr lang="en-US" b="1" dirty="0"/>
              <a:t>Recovery Technique</a:t>
            </a:r>
            <a:endParaRPr lang="en-US" dirty="0"/>
          </a:p>
          <a:p>
            <a:pPr marL="82296" indent="0" fontAlgn="base">
              <a:buNone/>
            </a:pPr>
            <a:r>
              <a:rPr lang="en-US" b="1" dirty="0" smtClean="0"/>
              <a:t>b) Commit/Redo </a:t>
            </a:r>
            <a:r>
              <a:rPr lang="en-US" b="1" dirty="0"/>
              <a:t>Recovery Technique</a:t>
            </a:r>
            <a:endParaRPr lang="en-US" dirty="0"/>
          </a:p>
          <a:p>
            <a:endParaRPr lang="en-US" dirty="0"/>
          </a:p>
        </p:txBody>
      </p:sp>
    </p:spTree>
    <p:extLst>
      <p:ext uri="{BB962C8B-B14F-4D97-AF65-F5344CB8AC3E}">
        <p14:creationId xmlns:p14="http://schemas.microsoft.com/office/powerpoint/2010/main" val="767955937"/>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638"/>
            <a:ext cx="7498080" cy="792162"/>
          </a:xfrm>
        </p:spPr>
        <p:txBody>
          <a:bodyPr>
            <a:noAutofit/>
          </a:bodyPr>
          <a:lstStyle/>
          <a:p>
            <a:r>
              <a:rPr lang="en-US" sz="3400" b="1" dirty="0">
                <a:effectLst/>
              </a:rPr>
              <a:t>Rollback/Undo Recovery </a:t>
            </a:r>
            <a:r>
              <a:rPr lang="en-US" sz="3400" b="1" dirty="0" smtClean="0">
                <a:effectLst/>
              </a:rPr>
              <a:t>Technique</a:t>
            </a:r>
            <a:endParaRPr lang="en-US" sz="3400" dirty="0"/>
          </a:p>
        </p:txBody>
      </p:sp>
      <p:sp>
        <p:nvSpPr>
          <p:cNvPr id="3" name="Content Placeholder 2"/>
          <p:cNvSpPr>
            <a:spLocks noGrp="1"/>
          </p:cNvSpPr>
          <p:nvPr>
            <p:ph idx="1"/>
          </p:nvPr>
        </p:nvSpPr>
        <p:spPr>
          <a:xfrm>
            <a:off x="1435608" y="990600"/>
            <a:ext cx="7498080" cy="5715000"/>
          </a:xfrm>
        </p:spPr>
        <p:txBody>
          <a:bodyPr>
            <a:noAutofit/>
          </a:bodyPr>
          <a:lstStyle/>
          <a:p>
            <a:pPr algn="just"/>
            <a:r>
              <a:rPr lang="en-US" sz="3600" dirty="0"/>
              <a:t>The rollback/undo recovery technique is based on the principle of backing out or undoing the effects of a transaction that has not been completed successfully due to a system failure or error. </a:t>
            </a:r>
            <a:endParaRPr lang="en-US" sz="3600" dirty="0" smtClean="0"/>
          </a:p>
          <a:p>
            <a:pPr algn="just"/>
            <a:r>
              <a:rPr lang="en-US" sz="3600" dirty="0" smtClean="0"/>
              <a:t>This </a:t>
            </a:r>
            <a:r>
              <a:rPr lang="en-US" sz="3600" dirty="0"/>
              <a:t>technique is accomplished by undoing the changes made by the transaction using the log records stored in the transaction log. </a:t>
            </a:r>
          </a:p>
        </p:txBody>
      </p:sp>
    </p:spTree>
    <p:extLst>
      <p:ext uri="{BB962C8B-B14F-4D97-AF65-F5344CB8AC3E}">
        <p14:creationId xmlns:p14="http://schemas.microsoft.com/office/powerpoint/2010/main" val="909213756"/>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47800" y="152400"/>
            <a:ext cx="7498080" cy="868362"/>
          </a:xfrm>
        </p:spPr>
        <p:txBody>
          <a:bodyPr>
            <a:noAutofit/>
          </a:bodyPr>
          <a:lstStyle/>
          <a:p>
            <a:r>
              <a:rPr lang="en-US" sz="3400" b="1" dirty="0"/>
              <a:t>Commit/Redo Recovery </a:t>
            </a:r>
            <a:r>
              <a:rPr lang="en-US" sz="3400" b="1" dirty="0" smtClean="0"/>
              <a:t>Technique</a:t>
            </a:r>
            <a:endParaRPr lang="en-US" sz="3400" dirty="0"/>
          </a:p>
        </p:txBody>
      </p:sp>
      <p:sp>
        <p:nvSpPr>
          <p:cNvPr id="3" name="Content Placeholder 2"/>
          <p:cNvSpPr>
            <a:spLocks noGrp="1"/>
          </p:cNvSpPr>
          <p:nvPr>
            <p:ph idx="1"/>
          </p:nvPr>
        </p:nvSpPr>
        <p:spPr>
          <a:xfrm>
            <a:off x="1435608" y="990600"/>
            <a:ext cx="7498080" cy="5257800"/>
          </a:xfrm>
        </p:spPr>
        <p:txBody>
          <a:bodyPr>
            <a:noAutofit/>
          </a:bodyPr>
          <a:lstStyle/>
          <a:p>
            <a:pPr algn="just"/>
            <a:r>
              <a:rPr lang="en-US" sz="3300" dirty="0" smtClean="0"/>
              <a:t>The commit/redo recovery technique is based on the principle of reapplying the changes made by a transaction that has been completed successfully to the database. </a:t>
            </a:r>
          </a:p>
          <a:p>
            <a:pPr algn="just"/>
            <a:r>
              <a:rPr lang="en-US" sz="3300" dirty="0" smtClean="0"/>
              <a:t>This technique is accomplished by using the log records stored in the transaction log to redo the changes made by the transaction that was in progress at the time of the failure or error. </a:t>
            </a:r>
            <a:endParaRPr lang="en-US" sz="3300" dirty="0"/>
          </a:p>
        </p:txBody>
      </p:sp>
    </p:spTree>
    <p:extLst>
      <p:ext uri="{BB962C8B-B14F-4D97-AF65-F5344CB8AC3E}">
        <p14:creationId xmlns:p14="http://schemas.microsoft.com/office/powerpoint/2010/main" val="2179546139"/>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47800" y="31845"/>
            <a:ext cx="7498080" cy="868362"/>
          </a:xfrm>
        </p:spPr>
        <p:txBody>
          <a:bodyPr/>
          <a:lstStyle/>
          <a:p>
            <a:r>
              <a:rPr lang="en-US" dirty="0" smtClean="0"/>
              <a:t>Checkpoint recovery</a:t>
            </a:r>
            <a:endParaRPr lang="en-US" dirty="0"/>
          </a:p>
        </p:txBody>
      </p:sp>
      <p:sp>
        <p:nvSpPr>
          <p:cNvPr id="3" name="Content Placeholder 2"/>
          <p:cNvSpPr>
            <a:spLocks noGrp="1"/>
          </p:cNvSpPr>
          <p:nvPr>
            <p:ph idx="1"/>
          </p:nvPr>
        </p:nvSpPr>
        <p:spPr>
          <a:xfrm>
            <a:off x="1435608" y="990600"/>
            <a:ext cx="7498080" cy="5715000"/>
          </a:xfrm>
        </p:spPr>
        <p:txBody>
          <a:bodyPr>
            <a:normAutofit/>
          </a:bodyPr>
          <a:lstStyle/>
          <a:p>
            <a:pPr algn="just">
              <a:buFont typeface="Wingdings" pitchFamily="2" charset="2"/>
              <a:buChar char="Ø"/>
            </a:pPr>
            <a:r>
              <a:rPr lang="en-US" dirty="0"/>
              <a:t>Checkpoint Recovery</a:t>
            </a:r>
            <a:r>
              <a:rPr lang="en-US" b="1" dirty="0"/>
              <a:t> </a:t>
            </a:r>
            <a:r>
              <a:rPr lang="en-US" dirty="0"/>
              <a:t>is a technique used to reduce the recovery time by periodically saving the state of the database in a checkpoint file. </a:t>
            </a:r>
            <a:endParaRPr lang="en-US" dirty="0" smtClean="0"/>
          </a:p>
          <a:p>
            <a:pPr algn="just">
              <a:buFont typeface="Wingdings" pitchFamily="2" charset="2"/>
              <a:buChar char="Ø"/>
            </a:pPr>
            <a:r>
              <a:rPr lang="en-US" dirty="0" smtClean="0"/>
              <a:t>In </a:t>
            </a:r>
            <a:r>
              <a:rPr lang="en-US" dirty="0"/>
              <a:t>the event of a failure, the system can use the checkpoint file to restore the database to the most recent consistent state before the failure occurred, rather than going through the entire log to recover the database.</a:t>
            </a:r>
          </a:p>
        </p:txBody>
      </p:sp>
    </p:spTree>
    <p:extLst>
      <p:ext uri="{BB962C8B-B14F-4D97-AF65-F5344CB8AC3E}">
        <p14:creationId xmlns:p14="http://schemas.microsoft.com/office/powerpoint/2010/main" val="258043627"/>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Backup</a:t>
            </a:r>
            <a:endParaRPr lang="en-US" dirty="0"/>
          </a:p>
        </p:txBody>
      </p:sp>
      <p:sp>
        <p:nvSpPr>
          <p:cNvPr id="3" name="Content Placeholder 2"/>
          <p:cNvSpPr>
            <a:spLocks noGrp="1"/>
          </p:cNvSpPr>
          <p:nvPr>
            <p:ph idx="1"/>
          </p:nvPr>
        </p:nvSpPr>
        <p:spPr/>
        <p:txBody>
          <a:bodyPr/>
          <a:lstStyle/>
          <a:p>
            <a:pPr marL="82296" indent="0" algn="just">
              <a:buNone/>
            </a:pPr>
            <a:r>
              <a:rPr lang="en-US" dirty="0"/>
              <a:t>Database backup is the process of creating a copy (backing up) of an organization's structured data utilized by popular databases</a:t>
            </a:r>
            <a:r>
              <a:rPr lang="en-US" dirty="0" smtClean="0"/>
              <a:t>. Different types of backups </a:t>
            </a:r>
            <a:r>
              <a:rPr lang="en-US" dirty="0" smtClean="0"/>
              <a:t>are-</a:t>
            </a:r>
          </a:p>
          <a:p>
            <a:pPr marL="596646" indent="-514350" algn="just">
              <a:buAutoNum type="alphaLcParenR"/>
            </a:pPr>
            <a:r>
              <a:rPr lang="en-US" dirty="0" smtClean="0"/>
              <a:t>Full Database Backup</a:t>
            </a:r>
          </a:p>
          <a:p>
            <a:pPr marL="596646" indent="-514350" algn="just">
              <a:buAutoNum type="alphaLcParenR"/>
            </a:pPr>
            <a:r>
              <a:rPr lang="en-US" dirty="0" smtClean="0"/>
              <a:t>Differential Backup</a:t>
            </a:r>
          </a:p>
          <a:p>
            <a:pPr marL="596646" indent="-514350" algn="just">
              <a:buAutoNum type="alphaLcParenR"/>
            </a:pPr>
            <a:r>
              <a:rPr lang="en-US" dirty="0" smtClean="0"/>
              <a:t>Transaction Log Backup</a:t>
            </a:r>
            <a:endParaRPr lang="en-US" dirty="0" smtClean="0"/>
          </a:p>
          <a:p>
            <a:pPr marL="596646" indent="-514350" algn="just">
              <a:buAutoNum type="alphaLcParenR"/>
            </a:pPr>
            <a:endParaRPr lang="en-US" dirty="0"/>
          </a:p>
        </p:txBody>
      </p:sp>
    </p:spTree>
    <p:extLst>
      <p:ext uri="{BB962C8B-B14F-4D97-AF65-F5344CB8AC3E}">
        <p14:creationId xmlns:p14="http://schemas.microsoft.com/office/powerpoint/2010/main" val="3172855834"/>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Backup Techniques</a:t>
            </a:r>
          </a:p>
        </p:txBody>
      </p:sp>
      <p:sp>
        <p:nvSpPr>
          <p:cNvPr id="3" name="Content Placeholder 2"/>
          <p:cNvSpPr>
            <a:spLocks noGrp="1"/>
          </p:cNvSpPr>
          <p:nvPr>
            <p:ph idx="1"/>
          </p:nvPr>
        </p:nvSpPr>
        <p:spPr/>
        <p:txBody>
          <a:bodyPr/>
          <a:lstStyle/>
          <a:p>
            <a:pPr algn="just">
              <a:buFont typeface="Wingdings" pitchFamily="2" charset="2"/>
              <a:buChar char="Ø"/>
            </a:pPr>
            <a:r>
              <a:rPr lang="en-US" b="1" dirty="0"/>
              <a:t>Full database Backup:</a:t>
            </a:r>
            <a:r>
              <a:rPr lang="en-US" dirty="0"/>
              <a:t> In this full database including data and </a:t>
            </a:r>
            <a:r>
              <a:rPr lang="en-US" dirty="0" smtClean="0"/>
              <a:t>database.</a:t>
            </a:r>
          </a:p>
          <a:p>
            <a:pPr algn="just">
              <a:buFont typeface="Wingdings" pitchFamily="2" charset="2"/>
              <a:buChar char="Ø"/>
            </a:pPr>
            <a:r>
              <a:rPr lang="en-US" b="1" dirty="0"/>
              <a:t>Differential Backup:</a:t>
            </a:r>
            <a:r>
              <a:rPr lang="en-US" dirty="0"/>
              <a:t> It stores only the data changes that have occurred since the last full database backup</a:t>
            </a:r>
            <a:r>
              <a:rPr lang="en-US" dirty="0" smtClean="0"/>
              <a:t>.</a:t>
            </a:r>
          </a:p>
          <a:p>
            <a:pPr algn="just">
              <a:buFont typeface="Wingdings" pitchFamily="2" charset="2"/>
              <a:buChar char="Ø"/>
            </a:pPr>
            <a:r>
              <a:rPr lang="en-US" b="1" dirty="0"/>
              <a:t>Transaction Log Backup:</a:t>
            </a:r>
            <a:r>
              <a:rPr lang="en-US" dirty="0"/>
              <a:t> In this, all events that have occurred in the database, like a record of every single statement executed is backed up. </a:t>
            </a:r>
            <a:endParaRPr lang="en-US" dirty="0" smtClean="0"/>
          </a:p>
          <a:p>
            <a:pPr marL="82296" indent="0">
              <a:buNone/>
            </a:pPr>
            <a:endParaRPr lang="en-US" dirty="0"/>
          </a:p>
        </p:txBody>
      </p:sp>
    </p:spTree>
    <p:extLst>
      <p:ext uri="{BB962C8B-B14F-4D97-AF65-F5344CB8AC3E}">
        <p14:creationId xmlns:p14="http://schemas.microsoft.com/office/powerpoint/2010/main" val="2052974986"/>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Approaches to </a:t>
            </a:r>
            <a:r>
              <a:rPr lang="en-US" dirty="0"/>
              <a:t>m</a:t>
            </a:r>
            <a:r>
              <a:rPr lang="en-US" dirty="0" smtClean="0"/>
              <a:t>odify database</a:t>
            </a:r>
            <a:endParaRPr lang="en-US" dirty="0"/>
          </a:p>
        </p:txBody>
      </p:sp>
      <p:sp>
        <p:nvSpPr>
          <p:cNvPr id="3" name="Content Placeholder 2"/>
          <p:cNvSpPr>
            <a:spLocks noGrp="1"/>
          </p:cNvSpPr>
          <p:nvPr>
            <p:ph idx="1"/>
          </p:nvPr>
        </p:nvSpPr>
        <p:spPr>
          <a:xfrm>
            <a:off x="1435608" y="1447800"/>
            <a:ext cx="7498080" cy="5257800"/>
          </a:xfrm>
        </p:spPr>
        <p:txBody>
          <a:bodyPr>
            <a:normAutofit fontScale="85000" lnSpcReduction="20000"/>
          </a:bodyPr>
          <a:lstStyle/>
          <a:p>
            <a:pPr marL="82296" indent="0" algn="just">
              <a:buNone/>
            </a:pPr>
            <a:r>
              <a:rPr lang="en-US" dirty="0"/>
              <a:t>1. Deferred database modification:</a:t>
            </a:r>
          </a:p>
          <a:p>
            <a:pPr marL="82296" indent="0" algn="just">
              <a:buNone/>
            </a:pPr>
            <a:r>
              <a:rPr lang="en-US" dirty="0"/>
              <a:t>The deferred modification technique occurs if the transaction does not modify the database until it has committed.</a:t>
            </a:r>
          </a:p>
          <a:p>
            <a:pPr marL="82296" indent="0" algn="just">
              <a:buNone/>
            </a:pPr>
            <a:r>
              <a:rPr lang="en-US" dirty="0"/>
              <a:t>In this method, all the logs are created and stored in the stable storage, and the database is updated when a transaction commits.</a:t>
            </a:r>
          </a:p>
          <a:p>
            <a:pPr marL="82296" indent="0" algn="just">
              <a:buNone/>
            </a:pPr>
            <a:r>
              <a:rPr lang="en-US" dirty="0"/>
              <a:t>2. Immediate database modification:</a:t>
            </a:r>
          </a:p>
          <a:p>
            <a:pPr marL="82296" indent="0" algn="just">
              <a:buNone/>
            </a:pPr>
            <a:r>
              <a:rPr lang="en-US" dirty="0"/>
              <a:t>The Immediate modification technique occurs if database modification occurs while the transaction is still active.</a:t>
            </a:r>
          </a:p>
          <a:p>
            <a:pPr marL="82296" indent="0" algn="just">
              <a:buNone/>
            </a:pPr>
            <a:r>
              <a:rPr lang="en-US" dirty="0"/>
              <a:t>In this technique, the database is modified immediately after every operation. It follows an actual database modification.</a:t>
            </a:r>
          </a:p>
          <a:p>
            <a:pPr marL="82296" indent="0" algn="just">
              <a:buNone/>
            </a:pPr>
            <a:endParaRPr lang="en-US" dirty="0"/>
          </a:p>
        </p:txBody>
      </p:sp>
    </p:spTree>
    <p:extLst>
      <p:ext uri="{BB962C8B-B14F-4D97-AF65-F5344CB8AC3E}">
        <p14:creationId xmlns:p14="http://schemas.microsoft.com/office/powerpoint/2010/main" val="1663625075"/>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811775" y="2967335"/>
            <a:ext cx="3520451" cy="923330"/>
          </a:xfrm>
          <a:prstGeom prst="rect">
            <a:avLst/>
          </a:prstGeom>
          <a:noFill/>
        </p:spPr>
        <p:txBody>
          <a:bodyPr wrap="none" lIns="91440" tIns="45720" rIns="91440" bIns="45720">
            <a:spAutoFit/>
          </a:bodyPr>
          <a:lstStyle/>
          <a:p>
            <a:pPr algn="ctr"/>
            <a:r>
              <a:rPr lang="en-US" sz="5400" b="1" cap="none" spc="0"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algn="tl" rotWithShape="0">
                    <a:srgbClr val="000000"/>
                  </a:outerShdw>
                </a:effectLst>
              </a:rPr>
              <a:t>Thank You</a:t>
            </a:r>
            <a:endParaRPr lang="en-US" sz="5400" b="1" cap="none" spc="0" dirty="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algn="tl" rotWithShape="0">
                  <a:srgbClr val="000000"/>
                </a:outerShdw>
              </a:effectLst>
            </a:endParaRPr>
          </a:p>
        </p:txBody>
      </p:sp>
    </p:spTree>
    <p:extLst>
      <p:ext uri="{BB962C8B-B14F-4D97-AF65-F5344CB8AC3E}">
        <p14:creationId xmlns:p14="http://schemas.microsoft.com/office/powerpoint/2010/main" val="481589812"/>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olstice">
  <a:themeElements>
    <a:clrScheme name="Solstice">
      <a:dk1>
        <a:sysClr val="windowText" lastClr="000000"/>
      </a:dk1>
      <a:lt1>
        <a:sysClr val="window" lastClr="FFFFFF"/>
      </a:lt1>
      <a:dk2>
        <a:srgbClr val="4F271C"/>
      </a:dk2>
      <a:lt2>
        <a:srgbClr val="E7DEC9"/>
      </a:lt2>
      <a:accent1>
        <a:srgbClr val="3891A7"/>
      </a:accent1>
      <a:accent2>
        <a:srgbClr val="FEB80A"/>
      </a:accent2>
      <a:accent3>
        <a:srgbClr val="C32D2E"/>
      </a:accent3>
      <a:accent4>
        <a:srgbClr val="84AA33"/>
      </a:accent4>
      <a:accent5>
        <a:srgbClr val="964305"/>
      </a:accent5>
      <a:accent6>
        <a:srgbClr val="475A8D"/>
      </a:accent6>
      <a:hlink>
        <a:srgbClr val="8DC765"/>
      </a:hlink>
      <a:folHlink>
        <a:srgbClr val="AA8A14"/>
      </a:folHlink>
    </a:clrScheme>
    <a:fontScheme name="Solstice">
      <a:maj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a:ea typeface=""/>
        <a:cs typeface=""/>
        <a:font script="Grek" typeface="Corbel"/>
        <a:font script="Cyrl" typeface="Corbel"/>
        <a:font script="Jpan" typeface="HGｺﾞｼｯｸE"/>
        <a:font script="Hang" typeface="HY엽서L"/>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Solstice">
      <a:fillStyleLst>
        <a:solidFill>
          <a:schemeClr val="phClr"/>
        </a:solidFill>
        <a:gradFill rotWithShape="1">
          <a:gsLst>
            <a:gs pos="0">
              <a:schemeClr val="phClr">
                <a:tint val="35000"/>
                <a:satMod val="253000"/>
              </a:schemeClr>
            </a:gs>
            <a:gs pos="50000">
              <a:schemeClr val="phClr">
                <a:tint val="42000"/>
                <a:satMod val="255000"/>
              </a:schemeClr>
            </a:gs>
            <a:gs pos="97000">
              <a:schemeClr val="phClr">
                <a:tint val="53000"/>
                <a:satMod val="260000"/>
              </a:schemeClr>
            </a:gs>
            <a:gs pos="100000">
              <a:schemeClr val="phClr">
                <a:tint val="56000"/>
                <a:satMod val="275000"/>
              </a:schemeClr>
            </a:gs>
          </a:gsLst>
          <a:path path="circle">
            <a:fillToRect l="50000" t="50000" r="50000" b="50000"/>
          </a:path>
        </a:gradFill>
        <a:gradFill rotWithShape="1">
          <a:gsLst>
            <a:gs pos="0">
              <a:schemeClr val="phClr">
                <a:tint val="92000"/>
                <a:satMod val="170000"/>
              </a:schemeClr>
            </a:gs>
            <a:gs pos="15000">
              <a:schemeClr val="phClr">
                <a:tint val="92000"/>
                <a:shade val="99000"/>
                <a:satMod val="170000"/>
              </a:schemeClr>
            </a:gs>
            <a:gs pos="62000">
              <a:schemeClr val="phClr">
                <a:tint val="96000"/>
                <a:shade val="80000"/>
                <a:satMod val="170000"/>
              </a:schemeClr>
            </a:gs>
            <a:gs pos="97000">
              <a:schemeClr val="phClr">
                <a:tint val="98000"/>
                <a:shade val="63000"/>
                <a:satMod val="170000"/>
              </a:schemeClr>
            </a:gs>
            <a:gs pos="100000">
              <a:schemeClr val="phClr">
                <a:shade val="62000"/>
                <a:satMod val="170000"/>
              </a:schemeClr>
            </a:gs>
          </a:gsLst>
          <a:path path="circle">
            <a:fillToRect l="50000" t="50000" r="50000" b="50000"/>
          </a:path>
        </a:gradFill>
      </a:fillStyleLst>
      <a:lnStyleLst>
        <a:ln w="9525" cap="flat" cmpd="sng" algn="ctr">
          <a:solidFill>
            <a:schemeClr val="phClr"/>
          </a:solidFill>
          <a:prstDash val="solid"/>
        </a:ln>
        <a:ln w="25400" cap="flat" cmpd="sng" algn="ctr">
          <a:solidFill>
            <a:schemeClr val="phClr"/>
          </a:solidFill>
          <a:prstDash val="solid"/>
        </a:ln>
        <a:ln w="25400" cap="flat" cmpd="sng" algn="ctr">
          <a:solidFill>
            <a:schemeClr val="phClr"/>
          </a:solidFill>
          <a:prstDash val="solid"/>
        </a:ln>
      </a:lnStyleLst>
      <a:effectStyleLst>
        <a:effectStyle>
          <a:effectLst>
            <a:outerShdw blurRad="63500" dist="25400" dir="5400000" rotWithShape="0">
              <a:srgbClr val="000000">
                <a:alpha val="43137"/>
              </a:srgbClr>
            </a:outerShdw>
          </a:effectLst>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8700000"/>
            </a:lightRig>
          </a:scene3d>
          <a:sp3d contourW="12700">
            <a:bevelT w="0" h="0"/>
            <a:contourClr>
              <a:schemeClr val="phClr">
                <a:shade val="80000"/>
              </a:schemeClr>
            </a:contourClr>
          </a:sp3d>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5400000"/>
            </a:lightRig>
          </a:scene3d>
          <a:sp3d contourW="12700">
            <a:bevelT w="25400" h="50800" prst="angle"/>
            <a:contourClr>
              <a:schemeClr val="phClr"/>
            </a:contourClr>
          </a:sp3d>
        </a:effectStyle>
      </a:effectStyleLst>
      <a:bgFillStyleLst>
        <a:solidFill>
          <a:schemeClr val="phClr"/>
        </a:solidFill>
        <a:gradFill rotWithShape="1">
          <a:gsLst>
            <a:gs pos="0">
              <a:schemeClr val="phClr">
                <a:tint val="60000"/>
                <a:satMod val="355000"/>
              </a:schemeClr>
            </a:gs>
            <a:gs pos="40000">
              <a:schemeClr val="phClr">
                <a:tint val="85000"/>
                <a:satMod val="320000"/>
              </a:schemeClr>
            </a:gs>
            <a:gs pos="100000">
              <a:schemeClr val="phClr">
                <a:shade val="55000"/>
                <a:satMod val="300000"/>
              </a:schemeClr>
            </a:gs>
          </a:gsLst>
          <a:path path="circle">
            <a:fillToRect l="-24500" t="-20000" r="124500" b="120000"/>
          </a:path>
        </a:gradFill>
        <a:blipFill>
          <a:blip xmlns:r="http://schemas.openxmlformats.org/officeDocument/2006/relationships" r:embed="rId1">
            <a:duotone>
              <a:schemeClr val="phClr">
                <a:shade val="9000"/>
                <a:satMod val="300000"/>
              </a:schemeClr>
              <a:schemeClr val="phClr">
                <a:tint val="90000"/>
                <a:satMod val="225000"/>
              </a:schemeClr>
            </a:duotone>
          </a:blip>
          <a:tile tx="0" ty="0" sx="90000" sy="90000" flip="xy"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Solstice</Template>
  <TotalTime>13</TotalTime>
  <Words>299</Words>
  <Application>Microsoft Office PowerPoint</Application>
  <PresentationFormat>On-screen Show (4:3)</PresentationFormat>
  <Paragraphs>38</Paragraphs>
  <Slides>10</Slides>
  <Notes>0</Notes>
  <HiddenSlides>0</HiddenSlides>
  <MMClips>0</MMClips>
  <ScaleCrop>false</ScaleCrop>
  <HeadingPairs>
    <vt:vector size="4" baseType="variant">
      <vt:variant>
        <vt:lpstr>Theme</vt:lpstr>
      </vt:variant>
      <vt:variant>
        <vt:i4>1</vt:i4>
      </vt:variant>
      <vt:variant>
        <vt:lpstr>Slide Titles</vt:lpstr>
      </vt:variant>
      <vt:variant>
        <vt:i4>10</vt:i4>
      </vt:variant>
    </vt:vector>
  </HeadingPairs>
  <TitlesOfParts>
    <vt:vector size="11" baseType="lpstr">
      <vt:lpstr>Solstice</vt:lpstr>
      <vt:lpstr>PowerPoint Presentation</vt:lpstr>
      <vt:lpstr>What is database recovery???</vt:lpstr>
      <vt:lpstr>Types of Recovery Techniques</vt:lpstr>
      <vt:lpstr>Rollback/Undo Recovery Technique</vt:lpstr>
      <vt:lpstr>Commit/Redo Recovery Technique</vt:lpstr>
      <vt:lpstr>Checkpoint recovery</vt:lpstr>
      <vt:lpstr>Backup</vt:lpstr>
      <vt:lpstr>Backup Techniques</vt:lpstr>
      <vt:lpstr>Approaches to modify database</vt:lpstr>
      <vt:lpstr>PowerPoint Presentation</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SATYA</dc:creator>
  <cp:lastModifiedBy>de</cp:lastModifiedBy>
  <cp:revision>4</cp:revision>
  <dcterms:created xsi:type="dcterms:W3CDTF">2006-08-16T00:00:00Z</dcterms:created>
  <dcterms:modified xsi:type="dcterms:W3CDTF">2023-11-22T18:02:36Z</dcterms:modified>
</cp:coreProperties>
</file>