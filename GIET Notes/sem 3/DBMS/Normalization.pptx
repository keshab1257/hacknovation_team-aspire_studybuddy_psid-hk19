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7" r:id="rId7"/>
    <p:sldId id="268" r:id="rId8"/>
    <p:sldId id="269" r:id="rId9"/>
    <p:sldId id="260" r:id="rId10"/>
    <p:sldId id="262" r:id="rId11"/>
    <p:sldId id="263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8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14443" y="1066800"/>
            <a:ext cx="65151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NORMALIZATION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042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944562"/>
          </a:xfrm>
        </p:spPr>
        <p:txBody>
          <a:bodyPr/>
          <a:lstStyle/>
          <a:p>
            <a:r>
              <a:rPr lang="en-US" dirty="0" smtClean="0"/>
              <a:t>Normalization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066800"/>
            <a:ext cx="7498080" cy="5638800"/>
          </a:xfrm>
        </p:spPr>
        <p:txBody>
          <a:bodyPr>
            <a:normAutofit lnSpcReduction="10000"/>
          </a:bodyPr>
          <a:lstStyle/>
          <a:p>
            <a:pPr marL="82296" indent="0" algn="just">
              <a:buNone/>
            </a:pPr>
            <a:r>
              <a:rPr lang="en-US" dirty="0"/>
              <a:t>A large database defined as a single relation may result in data duplication. This repetition of data may result in</a:t>
            </a:r>
            <a:r>
              <a:rPr lang="en-US" dirty="0" smtClean="0"/>
              <a:t>: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Making relations very large.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It isn't easy to maintain and update data as it would involve searching many records in relation.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Wastage and poor utilization of disk space and resources.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The likelihood of errors and inconsistencies increases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100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020762"/>
          </a:xfrm>
        </p:spPr>
        <p:txBody>
          <a:bodyPr/>
          <a:lstStyle/>
          <a:p>
            <a:r>
              <a:rPr lang="en-US" dirty="0" smtClean="0"/>
              <a:t>Normalization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/>
              <a:t>So to handle these problems, we should analyze and decompose the relations with redundant data into smaller, simpler, and well-structured relations that are satisfy desirable properties. </a:t>
            </a:r>
            <a:endParaRPr lang="en-US" sz="36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Normalization </a:t>
            </a:r>
            <a:r>
              <a:rPr lang="en-US" sz="3600" dirty="0"/>
              <a:t>is a process of decomposing the </a:t>
            </a:r>
            <a:r>
              <a:rPr lang="en-US" sz="3600" dirty="0" smtClean="0"/>
              <a:t>relation </a:t>
            </a:r>
            <a:r>
              <a:rPr lang="en-US" sz="3600" dirty="0"/>
              <a:t>into relations with fewer attributes.</a:t>
            </a:r>
          </a:p>
        </p:txBody>
      </p:sp>
    </p:spTree>
    <p:extLst>
      <p:ext uri="{BB962C8B-B14F-4D97-AF65-F5344CB8AC3E}">
        <p14:creationId xmlns:p14="http://schemas.microsoft.com/office/powerpoint/2010/main" val="3421522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52400"/>
            <a:ext cx="7498080" cy="914400"/>
          </a:xfrm>
        </p:spPr>
        <p:txBody>
          <a:bodyPr/>
          <a:lstStyle/>
          <a:p>
            <a:r>
              <a:rPr lang="en-US" dirty="0" smtClean="0"/>
              <a:t>What is Normalization???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990600"/>
            <a:ext cx="7498080" cy="571500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Normalization is the process of organizing the data in the database.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Normalization is used to minimize the redundancy from a relation or set of relations. </a:t>
            </a:r>
            <a:endParaRPr lang="en-US" dirty="0" smtClean="0"/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It </a:t>
            </a:r>
            <a:r>
              <a:rPr lang="en-US" dirty="0"/>
              <a:t>is also used to eliminate undesirable characteristics like Insertion, Update, and Deletion Anomalies.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Normalization divides the larger table into smaller and links them using relationships.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The normal form is used to reduce redundancy from the database table.</a:t>
            </a:r>
          </a:p>
          <a:p>
            <a:pPr algn="just"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482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52400"/>
            <a:ext cx="7498080" cy="914400"/>
          </a:xfrm>
        </p:spPr>
        <p:txBody>
          <a:bodyPr/>
          <a:lstStyle/>
          <a:p>
            <a:r>
              <a:rPr lang="en-US" dirty="0" smtClean="0"/>
              <a:t>Data Modification Anomalies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990600"/>
            <a:ext cx="7498080" cy="5715000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b="1" dirty="0"/>
              <a:t>Insertion Anomaly:</a:t>
            </a:r>
            <a:r>
              <a:rPr lang="en-US" dirty="0"/>
              <a:t> Insertion Anomaly refers to when one cannot insert a new tuple into a relationship due to lack of data.</a:t>
            </a:r>
          </a:p>
          <a:p>
            <a:pPr algn="just">
              <a:buFont typeface="Wingdings" pitchFamily="2" charset="2"/>
              <a:buChar char="Ø"/>
            </a:pPr>
            <a:r>
              <a:rPr lang="en-US" b="1" dirty="0"/>
              <a:t>Deletion Anomaly:</a:t>
            </a:r>
            <a:r>
              <a:rPr lang="en-US" dirty="0"/>
              <a:t> The delete anomaly refers to the situation where the deletion of data results in the unintended loss of some other important data.</a:t>
            </a:r>
          </a:p>
          <a:p>
            <a:pPr algn="just">
              <a:buFont typeface="Wingdings" pitchFamily="2" charset="2"/>
              <a:buChar char="Ø"/>
            </a:pPr>
            <a:r>
              <a:rPr lang="en-US" b="1" dirty="0" smtClean="0"/>
              <a:t>Updation </a:t>
            </a:r>
            <a:r>
              <a:rPr lang="en-US" b="1" dirty="0"/>
              <a:t>Anomaly:</a:t>
            </a:r>
            <a:r>
              <a:rPr lang="en-US" dirty="0"/>
              <a:t> The update anomaly is when an update of a single data value requires multiple rows of data to be updated.</a:t>
            </a:r>
          </a:p>
          <a:p>
            <a:pPr algn="just"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12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Anomaly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25" y="2019300"/>
            <a:ext cx="69723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0924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Deletion Anomaly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7" t="16750" r="5450" b="13030"/>
          <a:stretch/>
        </p:blipFill>
        <p:spPr bwMode="auto">
          <a:xfrm>
            <a:off x="1143000" y="1371600"/>
            <a:ext cx="7739698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0085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Updation Anomaly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25" t="31079" r="39821" b="39625"/>
          <a:stretch/>
        </p:blipFill>
        <p:spPr bwMode="auto">
          <a:xfrm>
            <a:off x="1600200" y="1647967"/>
            <a:ext cx="6590452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3628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52400"/>
            <a:ext cx="7498080" cy="944562"/>
          </a:xfrm>
        </p:spPr>
        <p:txBody>
          <a:bodyPr/>
          <a:lstStyle/>
          <a:p>
            <a:r>
              <a:rPr lang="en-US" dirty="0" smtClean="0"/>
              <a:t>Why Normalization is required?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066800"/>
            <a:ext cx="7498080" cy="57912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/>
              <a:t>The main reason for normalizing the relations is removing these anomalies. </a:t>
            </a:r>
            <a:endParaRPr lang="en-US" sz="36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Failure </a:t>
            </a:r>
            <a:r>
              <a:rPr lang="en-US" sz="3600" dirty="0"/>
              <a:t>to eliminate anomalies leads to data redundancy and can cause data integrity and other problems as the database grows. </a:t>
            </a:r>
            <a:endParaRPr lang="en-US" sz="36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Normalization </a:t>
            </a:r>
            <a:r>
              <a:rPr lang="en-US" sz="3600" dirty="0"/>
              <a:t>consists of a series of guidelines that helps to guide you in creating a good database structure.</a:t>
            </a:r>
          </a:p>
        </p:txBody>
      </p:sp>
    </p:spTree>
    <p:extLst>
      <p:ext uri="{BB962C8B-B14F-4D97-AF65-F5344CB8AC3E}">
        <p14:creationId xmlns:p14="http://schemas.microsoft.com/office/powerpoint/2010/main" val="3911269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Normal Forms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545" y="1981200"/>
            <a:ext cx="766405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3461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Normal Forms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7" t="20335" r="25721" b="30385"/>
          <a:stretch/>
        </p:blipFill>
        <p:spPr bwMode="auto">
          <a:xfrm>
            <a:off x="1447800" y="1487605"/>
            <a:ext cx="7696200" cy="5065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4963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52400"/>
            <a:ext cx="7498080" cy="944562"/>
          </a:xfrm>
        </p:spPr>
        <p:txBody>
          <a:bodyPr/>
          <a:lstStyle/>
          <a:p>
            <a:r>
              <a:rPr lang="en-US" dirty="0" smtClean="0"/>
              <a:t>Advantages of Normalization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143000"/>
            <a:ext cx="7498080" cy="54102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/>
              <a:t>Normalization helps to minimize data redundancy.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Data </a:t>
            </a:r>
            <a:r>
              <a:rPr lang="en-US" sz="3600" dirty="0"/>
              <a:t>consistency within the database.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Much more flexible database design.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Enforces the concept of relational integrity.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746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52400"/>
            <a:ext cx="7498080" cy="990600"/>
          </a:xfrm>
        </p:spPr>
        <p:txBody>
          <a:bodyPr/>
          <a:lstStyle/>
          <a:p>
            <a:r>
              <a:rPr lang="en-US" dirty="0" smtClean="0"/>
              <a:t>Disadvantages of </a:t>
            </a:r>
            <a:r>
              <a:rPr lang="en-US" dirty="0" smtClean="0"/>
              <a:t>Normalization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143000"/>
            <a:ext cx="7498080" cy="54864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You cannot start building the database before knowing what the user needs.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The performance degrades when normalizing the relations to higher normal forms, i.e., 4NF, 5NF.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It is very time-consuming and difficult to normalize relations of a higher degree.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Careless decomposition may lead to a bad database design, leading to serious problems.</a:t>
            </a:r>
          </a:p>
          <a:p>
            <a:pPr algn="just"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795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11775" y="2967335"/>
            <a:ext cx="35204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Thank You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592037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62</TotalTime>
  <Words>355</Words>
  <Application>Microsoft Office PowerPoint</Application>
  <PresentationFormat>On-screen Show (4:3)</PresentationFormat>
  <Paragraphs>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Gill Sans MT</vt:lpstr>
      <vt:lpstr>Verdana</vt:lpstr>
      <vt:lpstr>Wingdings</vt:lpstr>
      <vt:lpstr>Wingdings 2</vt:lpstr>
      <vt:lpstr>Solstice</vt:lpstr>
      <vt:lpstr>PowerPoint Presentation</vt:lpstr>
      <vt:lpstr>Normalization</vt:lpstr>
      <vt:lpstr>Normalization</vt:lpstr>
      <vt:lpstr>What is Normalization???</vt:lpstr>
      <vt:lpstr>Data Modification Anomalies</vt:lpstr>
      <vt:lpstr>Insertion Anomaly</vt:lpstr>
      <vt:lpstr>Deletion Anomaly</vt:lpstr>
      <vt:lpstr>Updation Anomaly</vt:lpstr>
      <vt:lpstr>Why Normalization is required?</vt:lpstr>
      <vt:lpstr>Types of Normal Forms</vt:lpstr>
      <vt:lpstr>Types of Normal Forms</vt:lpstr>
      <vt:lpstr>Advantages of Normalization</vt:lpstr>
      <vt:lpstr>Disadvantages of Normalization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SATYA</dc:creator>
  <cp:lastModifiedBy>soni2</cp:lastModifiedBy>
  <cp:revision>11</cp:revision>
  <dcterms:created xsi:type="dcterms:W3CDTF">2006-08-16T00:00:00Z</dcterms:created>
  <dcterms:modified xsi:type="dcterms:W3CDTF">2024-09-10T10:06:23Z</dcterms:modified>
</cp:coreProperties>
</file>